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[7.9 s] Welcome to Solaris Math: math that takes off. An app to learn math from first to eleventh grade, step by step and at your own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 s] Solaris Math runs in the browser of any phone or computer, with no ads. It has fifty-three topics, aligned with the national standards and the Basic Learning Rights of Colombia’s Ministry of Education. And its exercises are created on the spot, so they never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 s] Each student creates a profile with just a nickname. Progress is drawn as a staircase: to climb to the next topic, they need nine correct answers out of fifteen. And if they already know the basics, a placement test lets them start at their own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 s] Each topic starts with a full lesson: what it is, step by step, a worked example, real-life uses, and the most common mistake. The Explore section has interactive drawings to move, rotate and discover. And each topic shows its official curriculum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 s] Then come fifteen randomly generated exercises: with numbers, choices, drawings to tap, or fractions to shade. If a student makes a mistake, they see the solution step by step. A timer tracks their time, with sounds, streaks and records. And every topic has a PDF guide to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 s] The tools are right under the logo. The whiteboard turns the screen into a board for working by hand. And the calculator has three levels: basic, scientific… and alien.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 s] Alien mode finds derivatives, showing every rule. It graphs up to three functions and finds their key points. It draws solids of revolution in three dimensions. And it calculates probabilities with the normal curve, and even solves equations with complex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s] Every completed grade earns a diploma, and finishing the route earns the final one. Teachers get printable guides and a curriculum alignment report. And if the school wants, a version connected to Google Sheets shows the whole class’s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 s] It is published online for free, shared with a QR code, and can be installed as an app. It works offline, and progress is saved on each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 s] Solaris Math. Math that takes off. Shall we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jpg"/><Relationship Id="rId7" Type="http://schemas.openxmlformats.org/officeDocument/2006/relationships/image" Target="../media/image-3-7.jpg"/><Relationship Id="rId8" Type="http://schemas.openxmlformats.org/officeDocument/2006/relationships/image" Target="../media/image-3-8.jp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image" Target="../media/image-4-7.jp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jpg"/><Relationship Id="rId7" Type="http://schemas.openxmlformats.org/officeDocument/2006/relationships/image" Target="../media/image-5-7.jpg"/><Relationship Id="rId8" Type="http://schemas.openxmlformats.org/officeDocument/2006/relationships/image" Target="../media/image-5-8.jpg"/><Relationship Id="rId9" Type="http://schemas.openxmlformats.org/officeDocument/2006/relationships/image" Target="../media/image-5-9.jp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jpg"/><Relationship Id="rId6" Type="http://schemas.openxmlformats.org/officeDocument/2006/relationships/image" Target="../media/image-6-6.jpg"/><Relationship Id="rId7" Type="http://schemas.openxmlformats.org/officeDocument/2006/relationships/image" Target="../media/image-6-7.jp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jpg"/><Relationship Id="rId7" Type="http://schemas.openxmlformats.org/officeDocument/2006/relationships/image" Target="../media/image-7-7.jp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jp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jp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E40"/>
        </a:solidFill>
      </p:bgPr>
    </p:bg>
    <p:spTree>
      <p:nvGrpSpPr>
        <p:cNvPr id="1" name=""/>
        <p:cNvGrpSpPr/>
        <p:nvPr/>
      </p:nvGrpSpPr>
      <p:grpSpPr>
        <a:xfrm>
          <a:off x="0" y="0"/>
          <a:ext cx="0" cy="0"/>
          <a:chOff x="0" y="0"/>
          <a:chExt cx="0" cy="0"/>
        </a:xfrm>
      </p:grpSpPr>
      <p:sp>
        <p:nvSpPr>
          <p:cNvPr id="2" name="Text 0"/>
          <p:cNvSpPr txBox="1"/>
          <p:nvPr/>
        </p:nvSpPr>
        <p:spPr>
          <a:xfrm>
            <a:off x="91440" y="411480"/>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3" name="Text 1"/>
          <p:cNvSpPr txBox="1"/>
          <p:nvPr/>
        </p:nvSpPr>
        <p:spPr>
          <a:xfrm>
            <a:off x="978408" y="1609344"/>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4" name="Text 2"/>
          <p:cNvSpPr txBox="1"/>
          <p:nvPr/>
        </p:nvSpPr>
        <p:spPr>
          <a:xfrm>
            <a:off x="1865376" y="2807208"/>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5" name="Text 3"/>
          <p:cNvSpPr txBox="1"/>
          <p:nvPr/>
        </p:nvSpPr>
        <p:spPr>
          <a:xfrm>
            <a:off x="2752344" y="4005072"/>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3639312" y="1362456"/>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π</a:t>
            </a:r>
            <a:endParaRPr lang="en-US" sz="3400" dirty="0"/>
          </a:p>
        </p:txBody>
      </p:sp>
      <p:sp>
        <p:nvSpPr>
          <p:cNvPr id="7" name="Text 5"/>
          <p:cNvSpPr txBox="1"/>
          <p:nvPr/>
        </p:nvSpPr>
        <p:spPr>
          <a:xfrm>
            <a:off x="4526280" y="2560320"/>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8" name="Text 6"/>
          <p:cNvSpPr txBox="1"/>
          <p:nvPr/>
        </p:nvSpPr>
        <p:spPr>
          <a:xfrm>
            <a:off x="5413248" y="3758184"/>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Σ</a:t>
            </a:r>
            <a:endParaRPr lang="en-US" sz="2600" dirty="0"/>
          </a:p>
        </p:txBody>
      </p:sp>
      <p:sp>
        <p:nvSpPr>
          <p:cNvPr id="9" name="Text 7"/>
          <p:cNvSpPr txBox="1"/>
          <p:nvPr/>
        </p:nvSpPr>
        <p:spPr>
          <a:xfrm>
            <a:off x="6300216" y="1115568"/>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10" name="Text 8"/>
          <p:cNvSpPr txBox="1"/>
          <p:nvPr/>
        </p:nvSpPr>
        <p:spPr>
          <a:xfrm>
            <a:off x="7187184" y="2313432"/>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11" name="Text 9"/>
          <p:cNvSpPr txBox="1"/>
          <p:nvPr/>
        </p:nvSpPr>
        <p:spPr>
          <a:xfrm>
            <a:off x="8074152" y="3511296"/>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½</a:t>
            </a:r>
            <a:endParaRPr lang="en-US" sz="2600" dirty="0"/>
          </a:p>
        </p:txBody>
      </p:sp>
      <p:pic>
        <p:nvPicPr>
          <p:cNvPr id="12" name="Image 0" descr="img/logo_solaris_oscuro.png">    </p:cNvPr>
          <p:cNvPicPr>
            <a:picLocks noChangeAspect="1"/>
          </p:cNvPicPr>
          <p:nvPr/>
        </p:nvPicPr>
        <p:blipFill>
          <a:blip r:embed="rId1"/>
          <a:stretch>
            <a:fillRect/>
          </a:stretch>
        </p:blipFill>
        <p:spPr>
          <a:xfrm>
            <a:off x="2743200" y="228600"/>
            <a:ext cx="3657600" cy="3657600"/>
          </a:xfrm>
          <a:prstGeom prst="rect">
            <a:avLst/>
          </a:prstGeom>
        </p:spPr>
      </p:pic>
      <p:sp>
        <p:nvSpPr>
          <p:cNvPr id="13" name="Text 10"/>
          <p:cNvSpPr txBox="1"/>
          <p:nvPr/>
        </p:nvSpPr>
        <p:spPr>
          <a:xfrm>
            <a:off x="914400" y="3931920"/>
            <a:ext cx="7315200" cy="457200"/>
          </a:xfrm>
          <a:prstGeom prst="rect">
            <a:avLst/>
          </a:prstGeom>
          <a:noFill/>
          <a:ln/>
        </p:spPr>
        <p:txBody>
          <a:bodyPr wrap="square" lIns="0" tIns="0" rIns="0" bIns="0" rtlCol="0" anchor="ctr"/>
          <a:lstStyle/>
          <a:p>
            <a:pPr algn="ctr" indent="0" marL="0">
              <a:buNone/>
            </a:pPr>
            <a:r>
              <a:rPr lang="en-US" sz="2000" dirty="0">
                <a:solidFill>
                  <a:srgbClr val="C9D6FF"/>
                </a:solidFill>
                <a:latin typeface="Calibri" pitchFamily="34" charset="0"/>
                <a:ea typeface="Calibri" pitchFamily="34" charset="-122"/>
                <a:cs typeface="Calibri" pitchFamily="34" charset="-120"/>
              </a:rPr>
              <a:t>Math from grade 1 to 11, step by step and at your own pace</a:t>
            </a:r>
            <a:endParaRPr lang="en-US" sz="2000" dirty="0"/>
          </a:p>
        </p:txBody>
      </p:sp>
      <p:sp>
        <p:nvSpPr>
          <p:cNvPr id="14" name="Shape 11"/>
          <p:cNvSpPr/>
          <p:nvPr/>
        </p:nvSpPr>
        <p:spPr>
          <a:xfrm>
            <a:off x="274320" y="4901184"/>
            <a:ext cx="529285" cy="128016"/>
          </a:xfrm>
          <a:prstGeom prst="rect">
            <a:avLst/>
          </a:prstGeom>
          <a:solidFill>
            <a:srgbClr val="E63946"/>
          </a:solidFill>
          <a:ln/>
        </p:spPr>
      </p:sp>
      <p:sp>
        <p:nvSpPr>
          <p:cNvPr id="15" name="Shape 12"/>
          <p:cNvSpPr/>
          <p:nvPr/>
        </p:nvSpPr>
        <p:spPr>
          <a:xfrm>
            <a:off x="474955" y="4745736"/>
            <a:ext cx="128016" cy="109728"/>
          </a:xfrm>
          <a:prstGeom prst="triangle">
            <a:avLst/>
          </a:prstGeom>
          <a:solidFill>
            <a:srgbClr val="FFD23F"/>
          </a:solidFill>
          <a:ln/>
        </p:spPr>
      </p:sp>
      <p:sp>
        <p:nvSpPr>
          <p:cNvPr id="16" name="Shape 13"/>
          <p:cNvSpPr/>
          <p:nvPr/>
        </p:nvSpPr>
        <p:spPr>
          <a:xfrm>
            <a:off x="840181" y="4869180"/>
            <a:ext cx="1052170" cy="160020"/>
          </a:xfrm>
          <a:prstGeom prst="rect">
            <a:avLst/>
          </a:prstGeom>
          <a:solidFill>
            <a:srgbClr val="2A3F6B"/>
          </a:solidFill>
          <a:ln/>
        </p:spPr>
      </p:sp>
      <p:sp>
        <p:nvSpPr>
          <p:cNvPr id="17" name="Shape 14"/>
          <p:cNvSpPr/>
          <p:nvPr/>
        </p:nvSpPr>
        <p:spPr>
          <a:xfrm>
            <a:off x="1928927" y="4837176"/>
            <a:ext cx="994867" cy="192024"/>
          </a:xfrm>
          <a:prstGeom prst="rect">
            <a:avLst/>
          </a:prstGeom>
          <a:solidFill>
            <a:srgbClr val="2A3F6B"/>
          </a:solidFill>
          <a:ln/>
        </p:spPr>
      </p:sp>
      <p:sp>
        <p:nvSpPr>
          <p:cNvPr id="18" name="Shape 15"/>
          <p:cNvSpPr/>
          <p:nvPr/>
        </p:nvSpPr>
        <p:spPr>
          <a:xfrm>
            <a:off x="2960370" y="4805172"/>
            <a:ext cx="1023518" cy="224028"/>
          </a:xfrm>
          <a:prstGeom prst="rect">
            <a:avLst/>
          </a:prstGeom>
          <a:solidFill>
            <a:srgbClr val="2A3F6B"/>
          </a:solidFill>
          <a:ln/>
        </p:spPr>
      </p:sp>
      <p:sp>
        <p:nvSpPr>
          <p:cNvPr id="19" name="Shape 16"/>
          <p:cNvSpPr/>
          <p:nvPr/>
        </p:nvSpPr>
        <p:spPr>
          <a:xfrm>
            <a:off x="4020464" y="4773168"/>
            <a:ext cx="1116635" cy="256032"/>
          </a:xfrm>
          <a:prstGeom prst="rect">
            <a:avLst/>
          </a:prstGeom>
          <a:solidFill>
            <a:srgbClr val="2A3F6B"/>
          </a:solidFill>
          <a:ln/>
        </p:spPr>
      </p:sp>
      <p:sp>
        <p:nvSpPr>
          <p:cNvPr id="20" name="Shape 17"/>
          <p:cNvSpPr/>
          <p:nvPr/>
        </p:nvSpPr>
        <p:spPr>
          <a:xfrm>
            <a:off x="5173675" y="4741164"/>
            <a:ext cx="686867" cy="288036"/>
          </a:xfrm>
          <a:prstGeom prst="rect">
            <a:avLst/>
          </a:prstGeom>
          <a:solidFill>
            <a:srgbClr val="2A3F6B"/>
          </a:solidFill>
          <a:ln/>
        </p:spPr>
      </p:sp>
      <p:sp>
        <p:nvSpPr>
          <p:cNvPr id="21" name="Shape 18"/>
          <p:cNvSpPr/>
          <p:nvPr/>
        </p:nvSpPr>
        <p:spPr>
          <a:xfrm>
            <a:off x="5897118" y="4709160"/>
            <a:ext cx="1059332" cy="320040"/>
          </a:xfrm>
          <a:prstGeom prst="rect">
            <a:avLst/>
          </a:prstGeom>
          <a:solidFill>
            <a:srgbClr val="2A3F6B"/>
          </a:solidFill>
          <a:ln/>
        </p:spPr>
      </p:sp>
      <p:sp>
        <p:nvSpPr>
          <p:cNvPr id="22" name="Shape 19"/>
          <p:cNvSpPr/>
          <p:nvPr/>
        </p:nvSpPr>
        <p:spPr>
          <a:xfrm>
            <a:off x="6993026" y="4677156"/>
            <a:ext cx="966216" cy="352044"/>
          </a:xfrm>
          <a:prstGeom prst="rect">
            <a:avLst/>
          </a:prstGeom>
          <a:solidFill>
            <a:srgbClr val="2A3F6B"/>
          </a:solidFill>
          <a:ln/>
        </p:spPr>
      </p:sp>
      <p:sp>
        <p:nvSpPr>
          <p:cNvPr id="23" name="Shape 20"/>
          <p:cNvSpPr/>
          <p:nvPr/>
        </p:nvSpPr>
        <p:spPr>
          <a:xfrm>
            <a:off x="7995818" y="4645152"/>
            <a:ext cx="572262" cy="384048"/>
          </a:xfrm>
          <a:prstGeom prst="rect">
            <a:avLst/>
          </a:prstGeom>
          <a:solidFill>
            <a:srgbClr val="2A3F6B"/>
          </a:solidFill>
          <a:ln/>
        </p:spPr>
      </p:sp>
      <p:sp>
        <p:nvSpPr>
          <p:cNvPr id="24" name="Shape 21"/>
          <p:cNvSpPr/>
          <p:nvPr/>
        </p:nvSpPr>
        <p:spPr>
          <a:xfrm>
            <a:off x="8604656" y="4613148"/>
            <a:ext cx="228448" cy="416052"/>
          </a:xfrm>
          <a:prstGeom prst="rect">
            <a:avLst/>
          </a:prstGeom>
          <a:solidFill>
            <a:srgbClr val="2A3F6B"/>
          </a:solidFill>
          <a:ln/>
        </p:spPr>
      </p:sp>
      <p:sp>
        <p:nvSpPr>
          <p:cNvPr id="25" name="Text 22"/>
          <p:cNvSpPr txBox="1"/>
          <p:nvPr/>
        </p:nvSpPr>
        <p:spPr>
          <a:xfrm>
            <a:off x="6583680" y="164592"/>
            <a:ext cx="2286000" cy="274320"/>
          </a:xfrm>
          <a:prstGeom prst="rect">
            <a:avLst/>
          </a:prstGeom>
          <a:noFill/>
          <a:ln/>
        </p:spPr>
        <p:txBody>
          <a:bodyPr wrap="square" lIns="0" tIns="0" rIns="0" bIns="0" rtlCol="0" anchor="ctr"/>
          <a:lstStyle/>
          <a:p>
            <a:pPr algn="r" indent="0" marL="0">
              <a:buNone/>
            </a:pPr>
            <a:r>
              <a:rPr lang="en-US" sz="1100" dirty="0">
                <a:solidFill>
                  <a:srgbClr val="9FB3D9"/>
                </a:solidFill>
                <a:latin typeface="Calibri" pitchFamily="34" charset="0"/>
                <a:ea typeface="Calibri" pitchFamily="34" charset="-122"/>
                <a:cs typeface="Calibri" pitchFamily="34" charset="-120"/>
              </a:rPr>
              <a:t>1 / 10 · Welcome</a:t>
            </a:r>
            <a:endParaRPr lang="en-US" sz="1100" dirty="0"/>
          </a:p>
        </p:txBody>
      </p:sp>
    </p:spTree>
  </p:cSld>
  <p:clrMapOvr>
    <a:masterClrMapping/>
  </p:clrMapOvr>
  <p:transition spd="med" advClick="1" advTm="790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E40"/>
        </a:solidFill>
      </p:bgPr>
    </p:bg>
    <p:spTree>
      <p:nvGrpSpPr>
        <p:cNvPr id="1" name=""/>
        <p:cNvGrpSpPr/>
        <p:nvPr/>
      </p:nvGrpSpPr>
      <p:grpSpPr>
        <a:xfrm>
          <a:off x="0" y="0"/>
          <a:ext cx="0" cy="0"/>
          <a:chOff x="0" y="0"/>
          <a:chExt cx="0" cy="0"/>
        </a:xfrm>
      </p:grpSpPr>
      <p:sp>
        <p:nvSpPr>
          <p:cNvPr id="2" name="Text 0"/>
          <p:cNvSpPr txBox="1"/>
          <p:nvPr/>
        </p:nvSpPr>
        <p:spPr>
          <a:xfrm>
            <a:off x="429768" y="896112"/>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3" name="Text 1"/>
          <p:cNvSpPr txBox="1"/>
          <p:nvPr/>
        </p:nvSpPr>
        <p:spPr>
          <a:xfrm>
            <a:off x="1316736" y="2093976"/>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4" name="Text 2"/>
          <p:cNvSpPr txBox="1"/>
          <p:nvPr/>
        </p:nvSpPr>
        <p:spPr>
          <a:xfrm>
            <a:off x="2203704" y="3291840"/>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5" name="Text 3"/>
          <p:cNvSpPr txBox="1"/>
          <p:nvPr/>
        </p:nvSpPr>
        <p:spPr>
          <a:xfrm>
            <a:off x="3090672" y="649224"/>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3977640" y="1847088"/>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π</a:t>
            </a:r>
            <a:endParaRPr lang="en-US" sz="3400" dirty="0"/>
          </a:p>
        </p:txBody>
      </p:sp>
      <p:sp>
        <p:nvSpPr>
          <p:cNvPr id="7" name="Text 5"/>
          <p:cNvSpPr txBox="1"/>
          <p:nvPr/>
        </p:nvSpPr>
        <p:spPr>
          <a:xfrm>
            <a:off x="4864608" y="3044952"/>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8" name="Text 6"/>
          <p:cNvSpPr txBox="1"/>
          <p:nvPr/>
        </p:nvSpPr>
        <p:spPr>
          <a:xfrm>
            <a:off x="5751576" y="4242816"/>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Σ</a:t>
            </a:r>
            <a:endParaRPr lang="en-US" sz="2600" dirty="0"/>
          </a:p>
        </p:txBody>
      </p:sp>
      <p:sp>
        <p:nvSpPr>
          <p:cNvPr id="9" name="Text 7"/>
          <p:cNvSpPr txBox="1"/>
          <p:nvPr/>
        </p:nvSpPr>
        <p:spPr>
          <a:xfrm>
            <a:off x="6638544" y="1600200"/>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10" name="Text 8"/>
          <p:cNvSpPr txBox="1"/>
          <p:nvPr/>
        </p:nvSpPr>
        <p:spPr>
          <a:xfrm>
            <a:off x="7525512" y="2798064"/>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11" name="Text 9"/>
          <p:cNvSpPr txBox="1"/>
          <p:nvPr/>
        </p:nvSpPr>
        <p:spPr>
          <a:xfrm>
            <a:off x="8412480" y="3995928"/>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½</a:t>
            </a:r>
            <a:endParaRPr lang="en-US" sz="2600" dirty="0"/>
          </a:p>
        </p:txBody>
      </p:sp>
      <p:pic>
        <p:nvPicPr>
          <p:cNvPr id="12" name="Image 0" descr="img/logo_solaris_oscuro.png">    </p:cNvPr>
          <p:cNvPicPr>
            <a:picLocks noChangeAspect="1"/>
          </p:cNvPicPr>
          <p:nvPr/>
        </p:nvPicPr>
        <p:blipFill>
          <a:blip r:embed="rId1"/>
          <a:stretch>
            <a:fillRect/>
          </a:stretch>
        </p:blipFill>
        <p:spPr>
          <a:xfrm>
            <a:off x="228600" y="109728"/>
            <a:ext cx="566928" cy="566928"/>
          </a:xfrm>
          <a:prstGeom prst="rect">
            <a:avLst/>
          </a:prstGeom>
        </p:spPr>
      </p:pic>
      <p:sp>
        <p:nvSpPr>
          <p:cNvPr id="13" name="Text 10"/>
          <p:cNvSpPr txBox="1"/>
          <p:nvPr/>
        </p:nvSpPr>
        <p:spPr>
          <a:xfrm>
            <a:off x="457200" y="731520"/>
            <a:ext cx="8229600"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whole school in a single app</a:t>
            </a:r>
            <a:endParaRPr lang="en-US" sz="3200" dirty="0"/>
          </a:p>
        </p:txBody>
      </p:sp>
      <p:sp>
        <p:nvSpPr>
          <p:cNvPr id="14" name="Shape 11"/>
          <p:cNvSpPr/>
          <p:nvPr/>
        </p:nvSpPr>
        <p:spPr>
          <a:xfrm>
            <a:off x="457200" y="1737360"/>
            <a:ext cx="1874520" cy="2148840"/>
          </a:xfrm>
          <a:prstGeom prst="roundRect">
            <a:avLst>
              <a:gd name="adj" fmla="val 9756"/>
            </a:avLst>
          </a:prstGeom>
          <a:solidFill>
            <a:srgbClr val="FFFFFF">
              <a:alpha val="8000"/>
            </a:srgbClr>
          </a:solidFill>
          <a:ln w="19050">
            <a:solidFill>
              <a:srgbClr val="3B5580"/>
            </a:solidFill>
            <a:prstDash val="solid"/>
          </a:ln>
        </p:spPr>
      </p:sp>
      <p:sp>
        <p:nvSpPr>
          <p:cNvPr id="15" name="Text 12"/>
          <p:cNvSpPr txBox="1"/>
          <p:nvPr/>
        </p:nvSpPr>
        <p:spPr>
          <a:xfrm>
            <a:off x="457200" y="1874520"/>
            <a:ext cx="1874520" cy="1005840"/>
          </a:xfrm>
          <a:prstGeom prst="rect">
            <a:avLst/>
          </a:prstGeom>
          <a:noFill/>
          <a:ln/>
        </p:spPr>
        <p:txBody>
          <a:bodyPr wrap="square" lIns="0" tIns="0" rIns="0" bIns="0" rtlCol="0" anchor="ctr"/>
          <a:lstStyle/>
          <a:p>
            <a:pPr algn="ctr" indent="0" marL="0">
              <a:buNone/>
            </a:pPr>
            <a:r>
              <a:rPr lang="en-US" sz="6400" b="1" dirty="0">
                <a:solidFill>
                  <a:srgbClr val="E63946"/>
                </a:solidFill>
                <a:latin typeface="Calibri" pitchFamily="34" charset="0"/>
                <a:ea typeface="Calibri" pitchFamily="34" charset="-122"/>
                <a:cs typeface="Calibri" pitchFamily="34" charset="-120"/>
              </a:rPr>
              <a:t>53</a:t>
            </a:r>
            <a:endParaRPr lang="en-US" sz="6400" dirty="0"/>
          </a:p>
        </p:txBody>
      </p:sp>
      <p:sp>
        <p:nvSpPr>
          <p:cNvPr id="16" name="Text 13"/>
          <p:cNvSpPr txBox="1"/>
          <p:nvPr/>
        </p:nvSpPr>
        <p:spPr>
          <a:xfrm>
            <a:off x="594360" y="2926080"/>
            <a:ext cx="1600200" cy="8229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topics from grade 1 to 11</a:t>
            </a:r>
            <a:endParaRPr lang="en-US" sz="1400" dirty="0"/>
          </a:p>
        </p:txBody>
      </p:sp>
      <p:sp>
        <p:nvSpPr>
          <p:cNvPr id="17" name="Shape 14"/>
          <p:cNvSpPr/>
          <p:nvPr/>
        </p:nvSpPr>
        <p:spPr>
          <a:xfrm>
            <a:off x="2542032" y="1737360"/>
            <a:ext cx="1874520" cy="2148840"/>
          </a:xfrm>
          <a:prstGeom prst="roundRect">
            <a:avLst>
              <a:gd name="adj" fmla="val 9756"/>
            </a:avLst>
          </a:prstGeom>
          <a:solidFill>
            <a:srgbClr val="FFFFFF">
              <a:alpha val="8000"/>
            </a:srgbClr>
          </a:solidFill>
          <a:ln w="19050">
            <a:solidFill>
              <a:srgbClr val="3B5580"/>
            </a:solidFill>
            <a:prstDash val="solid"/>
          </a:ln>
        </p:spPr>
      </p:sp>
      <p:sp>
        <p:nvSpPr>
          <p:cNvPr id="18" name="Text 15"/>
          <p:cNvSpPr txBox="1"/>
          <p:nvPr/>
        </p:nvSpPr>
        <p:spPr>
          <a:xfrm>
            <a:off x="2542032" y="1874520"/>
            <a:ext cx="1874520" cy="1005840"/>
          </a:xfrm>
          <a:prstGeom prst="rect">
            <a:avLst/>
          </a:prstGeom>
          <a:noFill/>
          <a:ln/>
        </p:spPr>
        <p:txBody>
          <a:bodyPr wrap="square" lIns="0" tIns="0" rIns="0" bIns="0" rtlCol="0" anchor="ctr"/>
          <a:lstStyle/>
          <a:p>
            <a:pPr algn="ctr" indent="0" marL="0">
              <a:buNone/>
            </a:pPr>
            <a:r>
              <a:rPr lang="en-US" sz="6400" b="1" dirty="0">
                <a:solidFill>
                  <a:srgbClr val="F28C1B"/>
                </a:solidFill>
                <a:latin typeface="Calibri" pitchFamily="34" charset="0"/>
                <a:ea typeface="Calibri" pitchFamily="34" charset="-122"/>
                <a:cs typeface="Calibri" pitchFamily="34" charset="-120"/>
              </a:rPr>
              <a:t>11</a:t>
            </a:r>
            <a:endParaRPr lang="en-US" sz="6400" dirty="0"/>
          </a:p>
        </p:txBody>
      </p:sp>
      <p:sp>
        <p:nvSpPr>
          <p:cNvPr id="19" name="Text 16"/>
          <p:cNvSpPr txBox="1"/>
          <p:nvPr/>
        </p:nvSpPr>
        <p:spPr>
          <a:xfrm>
            <a:off x="2679192" y="2926080"/>
            <a:ext cx="1600200" cy="8229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grades, from primary to high school</a:t>
            </a:r>
            <a:endParaRPr lang="en-US" sz="1400" dirty="0"/>
          </a:p>
        </p:txBody>
      </p:sp>
      <p:sp>
        <p:nvSpPr>
          <p:cNvPr id="20" name="Shape 17"/>
          <p:cNvSpPr/>
          <p:nvPr/>
        </p:nvSpPr>
        <p:spPr>
          <a:xfrm>
            <a:off x="4626864" y="1737360"/>
            <a:ext cx="1874520" cy="2148840"/>
          </a:xfrm>
          <a:prstGeom prst="roundRect">
            <a:avLst>
              <a:gd name="adj" fmla="val 9756"/>
            </a:avLst>
          </a:prstGeom>
          <a:solidFill>
            <a:srgbClr val="FFFFFF">
              <a:alpha val="8000"/>
            </a:srgbClr>
          </a:solidFill>
          <a:ln w="19050">
            <a:solidFill>
              <a:srgbClr val="3B5580"/>
            </a:solidFill>
            <a:prstDash val="solid"/>
          </a:ln>
        </p:spPr>
      </p:sp>
      <p:sp>
        <p:nvSpPr>
          <p:cNvPr id="21" name="Text 18"/>
          <p:cNvSpPr txBox="1"/>
          <p:nvPr/>
        </p:nvSpPr>
        <p:spPr>
          <a:xfrm>
            <a:off x="4626864" y="1874520"/>
            <a:ext cx="1874520" cy="1005840"/>
          </a:xfrm>
          <a:prstGeom prst="rect">
            <a:avLst/>
          </a:prstGeom>
          <a:noFill/>
          <a:ln/>
        </p:spPr>
        <p:txBody>
          <a:bodyPr wrap="square" lIns="0" tIns="0" rIns="0" bIns="0" rtlCol="0" anchor="ctr"/>
          <a:lstStyle/>
          <a:p>
            <a:pPr algn="ctr" indent="0" marL="0">
              <a:buNone/>
            </a:pPr>
            <a:r>
              <a:rPr lang="en-US" sz="6400" b="1" dirty="0">
                <a:solidFill>
                  <a:srgbClr val="2A9D8F"/>
                </a:solidFill>
                <a:latin typeface="Calibri" pitchFamily="34" charset="0"/>
                <a:ea typeface="Calibri" pitchFamily="34" charset="-122"/>
                <a:cs typeface="Calibri" pitchFamily="34" charset="-120"/>
              </a:rPr>
              <a:t>92</a:t>
            </a:r>
            <a:endParaRPr lang="en-US" sz="6400" dirty="0"/>
          </a:p>
        </p:txBody>
      </p:sp>
      <p:sp>
        <p:nvSpPr>
          <p:cNvPr id="22" name="Text 19"/>
          <p:cNvSpPr txBox="1"/>
          <p:nvPr/>
        </p:nvSpPr>
        <p:spPr>
          <a:xfrm>
            <a:off x="4764024" y="2926080"/>
            <a:ext cx="1600200" cy="8229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related Basic Learning Rights (MEN)</a:t>
            </a:r>
            <a:endParaRPr lang="en-US" sz="1400" dirty="0"/>
          </a:p>
        </p:txBody>
      </p:sp>
      <p:sp>
        <p:nvSpPr>
          <p:cNvPr id="23" name="Shape 20"/>
          <p:cNvSpPr/>
          <p:nvPr/>
        </p:nvSpPr>
        <p:spPr>
          <a:xfrm>
            <a:off x="6711696" y="1737360"/>
            <a:ext cx="1874520" cy="2148840"/>
          </a:xfrm>
          <a:prstGeom prst="roundRect">
            <a:avLst>
              <a:gd name="adj" fmla="val 9756"/>
            </a:avLst>
          </a:prstGeom>
          <a:solidFill>
            <a:srgbClr val="FFFFFF">
              <a:alpha val="8000"/>
            </a:srgbClr>
          </a:solidFill>
          <a:ln w="19050">
            <a:solidFill>
              <a:srgbClr val="3B5580"/>
            </a:solidFill>
            <a:prstDash val="solid"/>
          </a:ln>
        </p:spPr>
      </p:sp>
      <p:sp>
        <p:nvSpPr>
          <p:cNvPr id="24" name="Text 21"/>
          <p:cNvSpPr txBox="1"/>
          <p:nvPr/>
        </p:nvSpPr>
        <p:spPr>
          <a:xfrm>
            <a:off x="6711696" y="1874520"/>
            <a:ext cx="1874520" cy="1005840"/>
          </a:xfrm>
          <a:prstGeom prst="rect">
            <a:avLst/>
          </a:prstGeom>
          <a:noFill/>
          <a:ln/>
        </p:spPr>
        <p:txBody>
          <a:bodyPr wrap="square" lIns="0" tIns="0" rIns="0" bIns="0" rtlCol="0" anchor="ctr"/>
          <a:lstStyle/>
          <a:p>
            <a:pPr algn="ctr" indent="0" marL="0">
              <a:buNone/>
            </a:pPr>
            <a:r>
              <a:rPr lang="en-US" sz="6400" b="1" dirty="0">
                <a:solidFill>
                  <a:srgbClr val="00A6ED"/>
                </a:solidFill>
                <a:latin typeface="Calibri" pitchFamily="34" charset="0"/>
                <a:ea typeface="Calibri" pitchFamily="34" charset="-122"/>
                <a:cs typeface="Calibri" pitchFamily="34" charset="-120"/>
              </a:rPr>
              <a:t>∞</a:t>
            </a:r>
            <a:endParaRPr lang="en-US" sz="6400" dirty="0"/>
          </a:p>
        </p:txBody>
      </p:sp>
      <p:sp>
        <p:nvSpPr>
          <p:cNvPr id="25" name="Text 22"/>
          <p:cNvSpPr txBox="1"/>
          <p:nvPr/>
        </p:nvSpPr>
        <p:spPr>
          <a:xfrm>
            <a:off x="6848856" y="2926080"/>
            <a:ext cx="1600200" cy="8229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exercises: they never repeat</a:t>
            </a:r>
            <a:endParaRPr lang="en-US" sz="1400" dirty="0"/>
          </a:p>
        </p:txBody>
      </p:sp>
      <p:sp>
        <p:nvSpPr>
          <p:cNvPr id="26" name="Shape 23"/>
          <p:cNvSpPr/>
          <p:nvPr/>
        </p:nvSpPr>
        <p:spPr>
          <a:xfrm>
            <a:off x="274320" y="4901184"/>
            <a:ext cx="529285" cy="128016"/>
          </a:xfrm>
          <a:prstGeom prst="rect">
            <a:avLst/>
          </a:prstGeom>
          <a:solidFill>
            <a:srgbClr val="E63946"/>
          </a:solidFill>
          <a:ln/>
        </p:spPr>
      </p:sp>
      <p:sp>
        <p:nvSpPr>
          <p:cNvPr id="27" name="Shape 24"/>
          <p:cNvSpPr/>
          <p:nvPr/>
        </p:nvSpPr>
        <p:spPr>
          <a:xfrm>
            <a:off x="840181" y="4869180"/>
            <a:ext cx="1052170" cy="160020"/>
          </a:xfrm>
          <a:prstGeom prst="rect">
            <a:avLst/>
          </a:prstGeom>
          <a:solidFill>
            <a:srgbClr val="F28C1B"/>
          </a:solidFill>
          <a:ln/>
        </p:spPr>
      </p:sp>
      <p:sp>
        <p:nvSpPr>
          <p:cNvPr id="28" name="Shape 25"/>
          <p:cNvSpPr/>
          <p:nvPr/>
        </p:nvSpPr>
        <p:spPr>
          <a:xfrm>
            <a:off x="1302258" y="4713732"/>
            <a:ext cx="128016" cy="109728"/>
          </a:xfrm>
          <a:prstGeom prst="triangle">
            <a:avLst/>
          </a:prstGeom>
          <a:solidFill>
            <a:srgbClr val="FFD23F"/>
          </a:solidFill>
          <a:ln/>
        </p:spPr>
      </p:sp>
      <p:sp>
        <p:nvSpPr>
          <p:cNvPr id="29" name="Shape 26"/>
          <p:cNvSpPr/>
          <p:nvPr/>
        </p:nvSpPr>
        <p:spPr>
          <a:xfrm>
            <a:off x="1928927" y="4837176"/>
            <a:ext cx="994867" cy="192024"/>
          </a:xfrm>
          <a:prstGeom prst="rect">
            <a:avLst/>
          </a:prstGeom>
          <a:solidFill>
            <a:srgbClr val="2A3F6B"/>
          </a:solidFill>
          <a:ln/>
        </p:spPr>
      </p:sp>
      <p:sp>
        <p:nvSpPr>
          <p:cNvPr id="30" name="Shape 27"/>
          <p:cNvSpPr/>
          <p:nvPr/>
        </p:nvSpPr>
        <p:spPr>
          <a:xfrm>
            <a:off x="2960370" y="4805172"/>
            <a:ext cx="1023518" cy="224028"/>
          </a:xfrm>
          <a:prstGeom prst="rect">
            <a:avLst/>
          </a:prstGeom>
          <a:solidFill>
            <a:srgbClr val="2A3F6B"/>
          </a:solidFill>
          <a:ln/>
        </p:spPr>
      </p:sp>
      <p:sp>
        <p:nvSpPr>
          <p:cNvPr id="31" name="Shape 28"/>
          <p:cNvSpPr/>
          <p:nvPr/>
        </p:nvSpPr>
        <p:spPr>
          <a:xfrm>
            <a:off x="4020464" y="4773168"/>
            <a:ext cx="1116635" cy="256032"/>
          </a:xfrm>
          <a:prstGeom prst="rect">
            <a:avLst/>
          </a:prstGeom>
          <a:solidFill>
            <a:srgbClr val="2A3F6B"/>
          </a:solidFill>
          <a:ln/>
        </p:spPr>
      </p:sp>
      <p:sp>
        <p:nvSpPr>
          <p:cNvPr id="32" name="Shape 29"/>
          <p:cNvSpPr/>
          <p:nvPr/>
        </p:nvSpPr>
        <p:spPr>
          <a:xfrm>
            <a:off x="5173675" y="4741164"/>
            <a:ext cx="686867" cy="288036"/>
          </a:xfrm>
          <a:prstGeom prst="rect">
            <a:avLst/>
          </a:prstGeom>
          <a:solidFill>
            <a:srgbClr val="2A3F6B"/>
          </a:solidFill>
          <a:ln/>
        </p:spPr>
      </p:sp>
      <p:sp>
        <p:nvSpPr>
          <p:cNvPr id="33" name="Shape 30"/>
          <p:cNvSpPr/>
          <p:nvPr/>
        </p:nvSpPr>
        <p:spPr>
          <a:xfrm>
            <a:off x="5897118" y="4709160"/>
            <a:ext cx="1059332" cy="320040"/>
          </a:xfrm>
          <a:prstGeom prst="rect">
            <a:avLst/>
          </a:prstGeom>
          <a:solidFill>
            <a:srgbClr val="2A3F6B"/>
          </a:solidFill>
          <a:ln/>
        </p:spPr>
      </p:sp>
      <p:sp>
        <p:nvSpPr>
          <p:cNvPr id="34" name="Shape 31"/>
          <p:cNvSpPr/>
          <p:nvPr/>
        </p:nvSpPr>
        <p:spPr>
          <a:xfrm>
            <a:off x="6993026" y="4677156"/>
            <a:ext cx="966216" cy="352044"/>
          </a:xfrm>
          <a:prstGeom prst="rect">
            <a:avLst/>
          </a:prstGeom>
          <a:solidFill>
            <a:srgbClr val="2A3F6B"/>
          </a:solidFill>
          <a:ln/>
        </p:spPr>
      </p:sp>
      <p:sp>
        <p:nvSpPr>
          <p:cNvPr id="35" name="Shape 32"/>
          <p:cNvSpPr/>
          <p:nvPr/>
        </p:nvSpPr>
        <p:spPr>
          <a:xfrm>
            <a:off x="7995818" y="4645152"/>
            <a:ext cx="572262" cy="384048"/>
          </a:xfrm>
          <a:prstGeom prst="rect">
            <a:avLst/>
          </a:prstGeom>
          <a:solidFill>
            <a:srgbClr val="2A3F6B"/>
          </a:solidFill>
          <a:ln/>
        </p:spPr>
      </p:sp>
      <p:sp>
        <p:nvSpPr>
          <p:cNvPr id="36" name="Shape 33"/>
          <p:cNvSpPr/>
          <p:nvPr/>
        </p:nvSpPr>
        <p:spPr>
          <a:xfrm>
            <a:off x="8604656" y="4613148"/>
            <a:ext cx="228448" cy="416052"/>
          </a:xfrm>
          <a:prstGeom prst="rect">
            <a:avLst/>
          </a:prstGeom>
          <a:solidFill>
            <a:srgbClr val="2A3F6B"/>
          </a:solidFill>
          <a:ln/>
        </p:spPr>
      </p:sp>
      <p:sp>
        <p:nvSpPr>
          <p:cNvPr id="37" name="Text 34"/>
          <p:cNvSpPr txBox="1"/>
          <p:nvPr/>
        </p:nvSpPr>
        <p:spPr>
          <a:xfrm>
            <a:off x="6583680" y="164592"/>
            <a:ext cx="2286000" cy="274320"/>
          </a:xfrm>
          <a:prstGeom prst="rect">
            <a:avLst/>
          </a:prstGeom>
          <a:noFill/>
          <a:ln/>
        </p:spPr>
        <p:txBody>
          <a:bodyPr wrap="square" lIns="0" tIns="0" rIns="0" bIns="0" rtlCol="0" anchor="ctr"/>
          <a:lstStyle/>
          <a:p>
            <a:pPr algn="r" indent="0" marL="0">
              <a:buNone/>
            </a:pPr>
            <a:r>
              <a:rPr lang="en-US" sz="1100" dirty="0">
                <a:solidFill>
                  <a:srgbClr val="9FB3D9"/>
                </a:solidFill>
                <a:latin typeface="Calibri" pitchFamily="34" charset="0"/>
                <a:ea typeface="Calibri" pitchFamily="34" charset="-122"/>
                <a:cs typeface="Calibri" pitchFamily="34" charset="-120"/>
              </a:rPr>
              <a:t>2 / 10 · In numbers</a:t>
            </a:r>
            <a:endParaRPr lang="en-US" sz="1100" dirty="0"/>
          </a:p>
        </p:txBody>
      </p:sp>
    </p:spTree>
  </p:cSld>
  <p:clrMapOvr>
    <a:masterClrMapping/>
  </p:clrMapOvr>
  <p:transition spd="med" advClick="1" advTm="1520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E40"/>
        </a:solidFill>
      </p:bgPr>
    </p:bg>
    <p:spTree>
      <p:nvGrpSpPr>
        <p:cNvPr id="1" name=""/>
        <p:cNvGrpSpPr/>
        <p:nvPr/>
      </p:nvGrpSpPr>
      <p:grpSpPr>
        <a:xfrm>
          <a:off x="0" y="0"/>
          <a:ext cx="0" cy="0"/>
          <a:chOff x="0" y="0"/>
          <a:chExt cx="0" cy="0"/>
        </a:xfrm>
      </p:grpSpPr>
      <p:sp>
        <p:nvSpPr>
          <p:cNvPr id="2" name="Text 0"/>
          <p:cNvSpPr txBox="1"/>
          <p:nvPr/>
        </p:nvSpPr>
        <p:spPr>
          <a:xfrm>
            <a:off x="768096" y="1380744"/>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3" name="Text 1"/>
          <p:cNvSpPr txBox="1"/>
          <p:nvPr/>
        </p:nvSpPr>
        <p:spPr>
          <a:xfrm>
            <a:off x="1655064" y="2578608"/>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4" name="Text 2"/>
          <p:cNvSpPr txBox="1"/>
          <p:nvPr/>
        </p:nvSpPr>
        <p:spPr>
          <a:xfrm>
            <a:off x="2542032" y="3776472"/>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5" name="Text 3"/>
          <p:cNvSpPr txBox="1"/>
          <p:nvPr/>
        </p:nvSpPr>
        <p:spPr>
          <a:xfrm>
            <a:off x="3429000" y="1133856"/>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4315968" y="2331720"/>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π</a:t>
            </a:r>
            <a:endParaRPr lang="en-US" sz="3400" dirty="0"/>
          </a:p>
        </p:txBody>
      </p:sp>
      <p:sp>
        <p:nvSpPr>
          <p:cNvPr id="7" name="Text 5"/>
          <p:cNvSpPr txBox="1"/>
          <p:nvPr/>
        </p:nvSpPr>
        <p:spPr>
          <a:xfrm>
            <a:off x="5202936" y="3529584"/>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8" name="Text 6"/>
          <p:cNvSpPr txBox="1"/>
          <p:nvPr/>
        </p:nvSpPr>
        <p:spPr>
          <a:xfrm>
            <a:off x="6089904" y="886968"/>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Σ</a:t>
            </a:r>
            <a:endParaRPr lang="en-US" sz="2600" dirty="0"/>
          </a:p>
        </p:txBody>
      </p:sp>
      <p:sp>
        <p:nvSpPr>
          <p:cNvPr id="9" name="Text 7"/>
          <p:cNvSpPr txBox="1"/>
          <p:nvPr/>
        </p:nvSpPr>
        <p:spPr>
          <a:xfrm>
            <a:off x="6976872" y="2084832"/>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10" name="Text 8"/>
          <p:cNvSpPr txBox="1"/>
          <p:nvPr/>
        </p:nvSpPr>
        <p:spPr>
          <a:xfrm>
            <a:off x="7863840" y="3282696"/>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11" name="Text 9"/>
          <p:cNvSpPr txBox="1"/>
          <p:nvPr/>
        </p:nvSpPr>
        <p:spPr>
          <a:xfrm>
            <a:off x="155448" y="640080"/>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½</a:t>
            </a:r>
            <a:endParaRPr lang="en-US" sz="2600" dirty="0"/>
          </a:p>
        </p:txBody>
      </p:sp>
      <p:pic>
        <p:nvPicPr>
          <p:cNvPr id="12" name="Image 0" descr="img/logo_solaris_oscuro.png">    </p:cNvPr>
          <p:cNvPicPr>
            <a:picLocks noChangeAspect="1"/>
          </p:cNvPicPr>
          <p:nvPr/>
        </p:nvPicPr>
        <p:blipFill>
          <a:blip r:embed="rId1"/>
          <a:stretch>
            <a:fillRect/>
          </a:stretch>
        </p:blipFill>
        <p:spPr>
          <a:xfrm>
            <a:off x="228600" y="109728"/>
            <a:ext cx="566928" cy="566928"/>
          </a:xfrm>
          <a:prstGeom prst="rect">
            <a:avLst/>
          </a:prstGeom>
        </p:spPr>
      </p:pic>
      <p:sp>
        <p:nvSpPr>
          <p:cNvPr id="13" name="Text 10"/>
          <p:cNvSpPr txBox="1"/>
          <p:nvPr/>
        </p:nvSpPr>
        <p:spPr>
          <a:xfrm>
            <a:off x="457200" y="731520"/>
            <a:ext cx="4572000" cy="114300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Learning is</a:t>
            </a:r>
            <a:endParaRPr lang="en-US" sz="3200" dirty="0"/>
          </a:p>
          <a:p>
            <a:pPr indent="0" marL="0">
              <a:buNone/>
            </a:pPr>
            <a:r>
              <a:rPr lang="en-US" sz="3200" b="1" dirty="0">
                <a:solidFill>
                  <a:srgbClr val="FFFFFF"/>
                </a:solidFill>
                <a:latin typeface="Calibri" pitchFamily="34" charset="0"/>
                <a:ea typeface="Calibri" pitchFamily="34" charset="-122"/>
                <a:cs typeface="Calibri" pitchFamily="34" charset="-120"/>
              </a:rPr>
              <a:t>climbing a staircase</a:t>
            </a:r>
            <a:endParaRPr lang="en-US" sz="3200" dirty="0"/>
          </a:p>
        </p:txBody>
      </p:sp>
      <p:sp>
        <p:nvSpPr>
          <p:cNvPr id="14" name="Shape 11"/>
          <p:cNvSpPr/>
          <p:nvPr/>
        </p:nvSpPr>
        <p:spPr>
          <a:xfrm>
            <a:off x="457200" y="2011680"/>
            <a:ext cx="420624" cy="420624"/>
          </a:xfrm>
          <a:prstGeom prst="roundRect">
            <a:avLst>
              <a:gd name="adj" fmla="val 21739"/>
            </a:avLst>
          </a:prstGeom>
          <a:solidFill>
            <a:srgbClr val="F28C1B"/>
          </a:solidFill>
          <a:ln/>
        </p:spPr>
      </p:sp>
      <p:pic>
        <p:nvPicPr>
          <p:cNvPr id="15" name="Image 1" descr="img/es_ic_0.png">    </p:cNvPr>
          <p:cNvPicPr>
            <a:picLocks noChangeAspect="1"/>
          </p:cNvPicPr>
          <p:nvPr/>
        </p:nvPicPr>
        <p:blipFill>
          <a:blip r:embed="rId2"/>
          <a:stretch>
            <a:fillRect/>
          </a:stretch>
        </p:blipFill>
        <p:spPr>
          <a:xfrm>
            <a:off x="548640" y="2103120"/>
            <a:ext cx="237744" cy="237744"/>
          </a:xfrm>
          <a:prstGeom prst="rect">
            <a:avLst/>
          </a:prstGeom>
        </p:spPr>
      </p:pic>
      <p:sp>
        <p:nvSpPr>
          <p:cNvPr id="16" name="Text 12"/>
          <p:cNvSpPr txBox="1"/>
          <p:nvPr/>
        </p:nvSpPr>
        <p:spPr>
          <a:xfrm>
            <a:off x="1024128" y="1975104"/>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Each student signs in with a </a:t>
            </a:r>
            <a:pPr indent="0" marL="0">
              <a:buNone/>
            </a:pPr>
            <a:r>
              <a:rPr lang="en-US" sz="1500" b="1" dirty="0">
                <a:solidFill>
                  <a:srgbClr val="FFD23F"/>
                </a:solidFill>
                <a:latin typeface="Calibri" pitchFamily="34" charset="0"/>
                <a:ea typeface="Calibri" pitchFamily="34" charset="-122"/>
                <a:cs typeface="Calibri" pitchFamily="34" charset="-120"/>
              </a:rPr>
              <a:t>nickname</a:t>
            </a:r>
            <a:endParaRPr lang="en-US" sz="1500" dirty="0"/>
          </a:p>
        </p:txBody>
      </p:sp>
      <p:sp>
        <p:nvSpPr>
          <p:cNvPr id="17" name="Shape 13"/>
          <p:cNvSpPr/>
          <p:nvPr/>
        </p:nvSpPr>
        <p:spPr>
          <a:xfrm>
            <a:off x="457200" y="2615184"/>
            <a:ext cx="420624" cy="420624"/>
          </a:xfrm>
          <a:prstGeom prst="roundRect">
            <a:avLst>
              <a:gd name="adj" fmla="val 21739"/>
            </a:avLst>
          </a:prstGeom>
          <a:solidFill>
            <a:srgbClr val="2A9D8F"/>
          </a:solidFill>
          <a:ln/>
        </p:spPr>
      </p:sp>
      <p:pic>
        <p:nvPicPr>
          <p:cNvPr id="18" name="Image 2" descr="img/es_ic_1.png">    </p:cNvPr>
          <p:cNvPicPr>
            <a:picLocks noChangeAspect="1"/>
          </p:cNvPicPr>
          <p:nvPr/>
        </p:nvPicPr>
        <p:blipFill>
          <a:blip r:embed="rId3"/>
          <a:stretch>
            <a:fillRect/>
          </a:stretch>
        </p:blipFill>
        <p:spPr>
          <a:xfrm>
            <a:off x="548640" y="2706624"/>
            <a:ext cx="237744" cy="237744"/>
          </a:xfrm>
          <a:prstGeom prst="rect">
            <a:avLst/>
          </a:prstGeom>
        </p:spPr>
      </p:pic>
      <p:sp>
        <p:nvSpPr>
          <p:cNvPr id="19" name="Text 14"/>
          <p:cNvSpPr txBox="1"/>
          <p:nvPr/>
        </p:nvSpPr>
        <p:spPr>
          <a:xfrm>
            <a:off x="1024128" y="2578608"/>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Progress is drawn as a colorful </a:t>
            </a:r>
            <a:pPr indent="0" marL="0">
              <a:buNone/>
            </a:pPr>
            <a:r>
              <a:rPr lang="en-US" sz="1500" b="1" dirty="0">
                <a:solidFill>
                  <a:srgbClr val="FFD23F"/>
                </a:solidFill>
                <a:latin typeface="Calibri" pitchFamily="34" charset="0"/>
                <a:ea typeface="Calibri" pitchFamily="34" charset="-122"/>
                <a:cs typeface="Calibri" pitchFamily="34" charset="-120"/>
              </a:rPr>
              <a:t>staircase</a:t>
            </a:r>
            <a:endParaRPr lang="en-US" sz="1500" dirty="0"/>
          </a:p>
        </p:txBody>
      </p:sp>
      <p:sp>
        <p:nvSpPr>
          <p:cNvPr id="20" name="Shape 15"/>
          <p:cNvSpPr/>
          <p:nvPr/>
        </p:nvSpPr>
        <p:spPr>
          <a:xfrm>
            <a:off x="457200" y="3218688"/>
            <a:ext cx="420624" cy="420624"/>
          </a:xfrm>
          <a:prstGeom prst="roundRect">
            <a:avLst>
              <a:gd name="adj" fmla="val 21739"/>
            </a:avLst>
          </a:prstGeom>
          <a:solidFill>
            <a:srgbClr val="E63946"/>
          </a:solidFill>
          <a:ln/>
        </p:spPr>
      </p:sp>
      <p:pic>
        <p:nvPicPr>
          <p:cNvPr id="21" name="Image 3" descr="img/es_ic_2.png">    </p:cNvPr>
          <p:cNvPicPr>
            <a:picLocks noChangeAspect="1"/>
          </p:cNvPicPr>
          <p:nvPr/>
        </p:nvPicPr>
        <p:blipFill>
          <a:blip r:embed="rId4"/>
          <a:stretch>
            <a:fillRect/>
          </a:stretch>
        </p:blipFill>
        <p:spPr>
          <a:xfrm>
            <a:off x="548640" y="3310128"/>
            <a:ext cx="237744" cy="237744"/>
          </a:xfrm>
          <a:prstGeom prst="rect">
            <a:avLst/>
          </a:prstGeom>
        </p:spPr>
      </p:pic>
      <p:sp>
        <p:nvSpPr>
          <p:cNvPr id="22" name="Text 16"/>
          <p:cNvSpPr txBox="1"/>
          <p:nvPr/>
        </p:nvSpPr>
        <p:spPr>
          <a:xfrm>
            <a:off x="1024128" y="3182112"/>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Pass with </a:t>
            </a:r>
            <a:pPr indent="0" marL="0">
              <a:buNone/>
            </a:pPr>
            <a:r>
              <a:rPr lang="en-US" sz="1500" b="1" dirty="0">
                <a:solidFill>
                  <a:srgbClr val="FFD23F"/>
                </a:solidFill>
                <a:latin typeface="Calibri" pitchFamily="34" charset="0"/>
                <a:ea typeface="Calibri" pitchFamily="34" charset="-122"/>
                <a:cs typeface="Calibri" pitchFamily="34" charset="-120"/>
              </a:rPr>
              <a:t>9 out of 15</a:t>
            </a:r>
            <a:pPr indent="0" marL="0">
              <a:buNone/>
            </a:pPr>
            <a:r>
              <a:rPr lang="en-US" sz="1500" dirty="0">
                <a:solidFill>
                  <a:srgbClr val="FFFFFF"/>
                </a:solidFill>
                <a:latin typeface="Calibri" pitchFamily="34" charset="0"/>
                <a:ea typeface="Calibri" pitchFamily="34" charset="-122"/>
                <a:cs typeface="Calibri" pitchFamily="34" charset="-120"/>
              </a:rPr>
              <a:t> to unlock the next topic</a:t>
            </a:r>
            <a:endParaRPr lang="en-US" sz="1500" dirty="0"/>
          </a:p>
        </p:txBody>
      </p:sp>
      <p:sp>
        <p:nvSpPr>
          <p:cNvPr id="23" name="Shape 17"/>
          <p:cNvSpPr/>
          <p:nvPr/>
        </p:nvSpPr>
        <p:spPr>
          <a:xfrm>
            <a:off x="457200" y="3822192"/>
            <a:ext cx="420624" cy="420624"/>
          </a:xfrm>
          <a:prstGeom prst="roundRect">
            <a:avLst>
              <a:gd name="adj" fmla="val 21739"/>
            </a:avLst>
          </a:prstGeom>
          <a:solidFill>
            <a:srgbClr val="6A4C93"/>
          </a:solidFill>
          <a:ln/>
        </p:spPr>
      </p:sp>
      <p:pic>
        <p:nvPicPr>
          <p:cNvPr id="24" name="Image 4" descr="img/es_ic_3.png">    </p:cNvPr>
          <p:cNvPicPr>
            <a:picLocks noChangeAspect="1"/>
          </p:cNvPicPr>
          <p:nvPr/>
        </p:nvPicPr>
        <p:blipFill>
          <a:blip r:embed="rId5"/>
          <a:stretch>
            <a:fillRect/>
          </a:stretch>
        </p:blipFill>
        <p:spPr>
          <a:xfrm>
            <a:off x="548640" y="3913632"/>
            <a:ext cx="237744" cy="237744"/>
          </a:xfrm>
          <a:prstGeom prst="rect">
            <a:avLst/>
          </a:prstGeom>
        </p:spPr>
      </p:pic>
      <p:sp>
        <p:nvSpPr>
          <p:cNvPr id="25" name="Text 18"/>
          <p:cNvSpPr txBox="1"/>
          <p:nvPr/>
        </p:nvSpPr>
        <p:spPr>
          <a:xfrm>
            <a:off x="1024128" y="3785616"/>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a:t>
            </a:r>
            <a:pPr indent="0" marL="0">
              <a:buNone/>
            </a:pPr>
            <a:r>
              <a:rPr lang="en-US" sz="1500" b="1" dirty="0">
                <a:solidFill>
                  <a:srgbClr val="FFD23F"/>
                </a:solidFill>
                <a:latin typeface="Calibri" pitchFamily="34" charset="0"/>
                <a:ea typeface="Calibri" pitchFamily="34" charset="-122"/>
                <a:cs typeface="Calibri" pitchFamily="34" charset="-120"/>
              </a:rPr>
              <a:t>placement test</a:t>
            </a:r>
            <a:pPr indent="0" marL="0">
              <a:buNone/>
            </a:pPr>
            <a:r>
              <a:rPr lang="en-US" sz="1500" dirty="0">
                <a:solidFill>
                  <a:srgbClr val="FFFFFF"/>
                </a:solidFill>
                <a:latin typeface="Calibri" pitchFamily="34" charset="0"/>
                <a:ea typeface="Calibri" pitchFamily="34" charset="-122"/>
                <a:cs typeface="Calibri" pitchFamily="34" charset="-120"/>
              </a:rPr>
              <a:t> finds each student’s level</a:t>
            </a:r>
            <a:endParaRPr lang="en-US" sz="1500" dirty="0"/>
          </a:p>
        </p:txBody>
      </p:sp>
      <p:sp>
        <p:nvSpPr>
          <p:cNvPr id="26" name="Shape 19"/>
          <p:cNvSpPr/>
          <p:nvPr/>
        </p:nvSpPr>
        <p:spPr>
          <a:xfrm rot="-300000">
            <a:off x="5120640" y="91440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27" name="Image 5" descr="img/es_registro.jpg">    </p:cNvPr>
          <p:cNvPicPr>
            <a:picLocks noChangeAspect="1"/>
          </p:cNvPicPr>
          <p:nvPr/>
        </p:nvPicPr>
        <p:blipFill>
          <a:blip r:embed="rId6"/>
          <a:srcRect l="0" r="0" t="0" b="0"/>
          <a:stretch/>
        </p:blipFill>
        <p:spPr>
          <a:xfrm rot="-300000">
            <a:off x="5175504" y="969264"/>
            <a:ext cx="1399032" cy="2907792"/>
          </a:xfrm>
          <a:prstGeom prst="rect">
            <a:avLst/>
          </a:prstGeom>
        </p:spPr>
      </p:pic>
      <p:sp>
        <p:nvSpPr>
          <p:cNvPr id="28" name="Shape 20"/>
          <p:cNvSpPr/>
          <p:nvPr/>
        </p:nvSpPr>
        <p:spPr>
          <a:xfrm rot="300000">
            <a:off x="7132320" y="96012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29" name="Image 6" descr="img/es_inicio.jpg">    </p:cNvPr>
          <p:cNvPicPr>
            <a:picLocks noChangeAspect="1"/>
          </p:cNvPicPr>
          <p:nvPr/>
        </p:nvPicPr>
        <p:blipFill>
          <a:blip r:embed="rId7"/>
          <a:srcRect l="0" r="0" t="0" b="0"/>
          <a:stretch/>
        </p:blipFill>
        <p:spPr>
          <a:xfrm rot="300000">
            <a:off x="7187184" y="1014984"/>
            <a:ext cx="1399032" cy="2907792"/>
          </a:xfrm>
          <a:prstGeom prst="rect">
            <a:avLst/>
          </a:prstGeom>
        </p:spPr>
      </p:pic>
      <p:sp>
        <p:nvSpPr>
          <p:cNvPr id="30" name="Shape 21"/>
          <p:cNvSpPr/>
          <p:nvPr/>
        </p:nvSpPr>
        <p:spPr>
          <a:xfrm rot="-120000">
            <a:off x="6126480" y="114300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31" name="Image 7" descr="img/es_ubicacion.jpg">    </p:cNvPr>
          <p:cNvPicPr>
            <a:picLocks noChangeAspect="1"/>
          </p:cNvPicPr>
          <p:nvPr/>
        </p:nvPicPr>
        <p:blipFill>
          <a:blip r:embed="rId8"/>
          <a:srcRect l="0" r="0" t="0" b="0"/>
          <a:stretch/>
        </p:blipFill>
        <p:spPr>
          <a:xfrm rot="-120000">
            <a:off x="6181344" y="1197864"/>
            <a:ext cx="1399032" cy="2907792"/>
          </a:xfrm>
          <a:prstGeom prst="rect">
            <a:avLst/>
          </a:prstGeom>
        </p:spPr>
      </p:pic>
      <p:sp>
        <p:nvSpPr>
          <p:cNvPr id="32" name="Shape 22"/>
          <p:cNvSpPr/>
          <p:nvPr/>
        </p:nvSpPr>
        <p:spPr>
          <a:xfrm>
            <a:off x="274320" y="4901184"/>
            <a:ext cx="529285" cy="128016"/>
          </a:xfrm>
          <a:prstGeom prst="rect">
            <a:avLst/>
          </a:prstGeom>
          <a:solidFill>
            <a:srgbClr val="E63946"/>
          </a:solidFill>
          <a:ln/>
        </p:spPr>
      </p:sp>
      <p:sp>
        <p:nvSpPr>
          <p:cNvPr id="33" name="Shape 23"/>
          <p:cNvSpPr/>
          <p:nvPr/>
        </p:nvSpPr>
        <p:spPr>
          <a:xfrm>
            <a:off x="840181" y="4869180"/>
            <a:ext cx="1052170" cy="160020"/>
          </a:xfrm>
          <a:prstGeom prst="rect">
            <a:avLst/>
          </a:prstGeom>
          <a:solidFill>
            <a:srgbClr val="F28C1B"/>
          </a:solidFill>
          <a:ln/>
        </p:spPr>
      </p:sp>
      <p:sp>
        <p:nvSpPr>
          <p:cNvPr id="34" name="Shape 24"/>
          <p:cNvSpPr/>
          <p:nvPr/>
        </p:nvSpPr>
        <p:spPr>
          <a:xfrm>
            <a:off x="1928927" y="4837176"/>
            <a:ext cx="994867" cy="192024"/>
          </a:xfrm>
          <a:prstGeom prst="rect">
            <a:avLst/>
          </a:prstGeom>
          <a:solidFill>
            <a:srgbClr val="E0A800"/>
          </a:solidFill>
          <a:ln/>
        </p:spPr>
      </p:sp>
      <p:sp>
        <p:nvSpPr>
          <p:cNvPr id="35" name="Shape 25"/>
          <p:cNvSpPr/>
          <p:nvPr/>
        </p:nvSpPr>
        <p:spPr>
          <a:xfrm>
            <a:off x="2362352" y="4681728"/>
            <a:ext cx="128016" cy="109728"/>
          </a:xfrm>
          <a:prstGeom prst="triangle">
            <a:avLst/>
          </a:prstGeom>
          <a:solidFill>
            <a:srgbClr val="FFD23F"/>
          </a:solidFill>
          <a:ln/>
        </p:spPr>
      </p:sp>
      <p:sp>
        <p:nvSpPr>
          <p:cNvPr id="36" name="Shape 26"/>
          <p:cNvSpPr/>
          <p:nvPr/>
        </p:nvSpPr>
        <p:spPr>
          <a:xfrm>
            <a:off x="2960370" y="4805172"/>
            <a:ext cx="1023518" cy="224028"/>
          </a:xfrm>
          <a:prstGeom prst="rect">
            <a:avLst/>
          </a:prstGeom>
          <a:solidFill>
            <a:srgbClr val="2A3F6B"/>
          </a:solidFill>
          <a:ln/>
        </p:spPr>
      </p:sp>
      <p:sp>
        <p:nvSpPr>
          <p:cNvPr id="37" name="Shape 27"/>
          <p:cNvSpPr/>
          <p:nvPr/>
        </p:nvSpPr>
        <p:spPr>
          <a:xfrm>
            <a:off x="4020464" y="4773168"/>
            <a:ext cx="1116635" cy="256032"/>
          </a:xfrm>
          <a:prstGeom prst="rect">
            <a:avLst/>
          </a:prstGeom>
          <a:solidFill>
            <a:srgbClr val="2A3F6B"/>
          </a:solidFill>
          <a:ln/>
        </p:spPr>
      </p:sp>
      <p:sp>
        <p:nvSpPr>
          <p:cNvPr id="38" name="Shape 28"/>
          <p:cNvSpPr/>
          <p:nvPr/>
        </p:nvSpPr>
        <p:spPr>
          <a:xfrm>
            <a:off x="5173675" y="4741164"/>
            <a:ext cx="686867" cy="288036"/>
          </a:xfrm>
          <a:prstGeom prst="rect">
            <a:avLst/>
          </a:prstGeom>
          <a:solidFill>
            <a:srgbClr val="2A3F6B"/>
          </a:solidFill>
          <a:ln/>
        </p:spPr>
      </p:sp>
      <p:sp>
        <p:nvSpPr>
          <p:cNvPr id="39" name="Shape 29"/>
          <p:cNvSpPr/>
          <p:nvPr/>
        </p:nvSpPr>
        <p:spPr>
          <a:xfrm>
            <a:off x="5897118" y="4709160"/>
            <a:ext cx="1059332" cy="320040"/>
          </a:xfrm>
          <a:prstGeom prst="rect">
            <a:avLst/>
          </a:prstGeom>
          <a:solidFill>
            <a:srgbClr val="2A3F6B"/>
          </a:solidFill>
          <a:ln/>
        </p:spPr>
      </p:sp>
      <p:sp>
        <p:nvSpPr>
          <p:cNvPr id="40" name="Shape 30"/>
          <p:cNvSpPr/>
          <p:nvPr/>
        </p:nvSpPr>
        <p:spPr>
          <a:xfrm>
            <a:off x="6993026" y="4677156"/>
            <a:ext cx="966216" cy="352044"/>
          </a:xfrm>
          <a:prstGeom prst="rect">
            <a:avLst/>
          </a:prstGeom>
          <a:solidFill>
            <a:srgbClr val="2A3F6B"/>
          </a:solidFill>
          <a:ln/>
        </p:spPr>
      </p:sp>
      <p:sp>
        <p:nvSpPr>
          <p:cNvPr id="41" name="Shape 31"/>
          <p:cNvSpPr/>
          <p:nvPr/>
        </p:nvSpPr>
        <p:spPr>
          <a:xfrm>
            <a:off x="7995818" y="4645152"/>
            <a:ext cx="572262" cy="384048"/>
          </a:xfrm>
          <a:prstGeom prst="rect">
            <a:avLst/>
          </a:prstGeom>
          <a:solidFill>
            <a:srgbClr val="2A3F6B"/>
          </a:solidFill>
          <a:ln/>
        </p:spPr>
      </p:sp>
      <p:sp>
        <p:nvSpPr>
          <p:cNvPr id="42" name="Shape 32"/>
          <p:cNvSpPr/>
          <p:nvPr/>
        </p:nvSpPr>
        <p:spPr>
          <a:xfrm>
            <a:off x="8604656" y="4613148"/>
            <a:ext cx="228448" cy="416052"/>
          </a:xfrm>
          <a:prstGeom prst="rect">
            <a:avLst/>
          </a:prstGeom>
          <a:solidFill>
            <a:srgbClr val="2A3F6B"/>
          </a:solidFill>
          <a:ln/>
        </p:spPr>
      </p:sp>
      <p:sp>
        <p:nvSpPr>
          <p:cNvPr id="43" name="Text 33"/>
          <p:cNvSpPr txBox="1"/>
          <p:nvPr/>
        </p:nvSpPr>
        <p:spPr>
          <a:xfrm>
            <a:off x="6583680" y="164592"/>
            <a:ext cx="2286000" cy="274320"/>
          </a:xfrm>
          <a:prstGeom prst="rect">
            <a:avLst/>
          </a:prstGeom>
          <a:noFill/>
          <a:ln/>
        </p:spPr>
        <p:txBody>
          <a:bodyPr wrap="square" lIns="0" tIns="0" rIns="0" bIns="0" rtlCol="0" anchor="ctr"/>
          <a:lstStyle/>
          <a:p>
            <a:pPr algn="r" indent="0" marL="0">
              <a:buNone/>
            </a:pPr>
            <a:r>
              <a:rPr lang="en-US" sz="1100" dirty="0">
                <a:solidFill>
                  <a:srgbClr val="9FB3D9"/>
                </a:solidFill>
                <a:latin typeface="Calibri" pitchFamily="34" charset="0"/>
                <a:ea typeface="Calibri" pitchFamily="34" charset="-122"/>
                <a:cs typeface="Calibri" pitchFamily="34" charset="-120"/>
              </a:rPr>
              <a:t>3 / 10 · The staircase</a:t>
            </a:r>
            <a:endParaRPr lang="en-US" sz="1100" dirty="0"/>
          </a:p>
        </p:txBody>
      </p:sp>
    </p:spTree>
  </p:cSld>
  <p:clrMapOvr>
    <a:masterClrMapping/>
  </p:clrMapOvr>
  <p:transition spd="med" advClick="1" advTm="1440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E40"/>
        </a:solidFill>
      </p:bgPr>
    </p:bg>
    <p:spTree>
      <p:nvGrpSpPr>
        <p:cNvPr id="1" name=""/>
        <p:cNvGrpSpPr/>
        <p:nvPr/>
      </p:nvGrpSpPr>
      <p:grpSpPr>
        <a:xfrm>
          <a:off x="0" y="0"/>
          <a:ext cx="0" cy="0"/>
          <a:chOff x="0" y="0"/>
          <a:chExt cx="0" cy="0"/>
        </a:xfrm>
      </p:grpSpPr>
      <p:sp>
        <p:nvSpPr>
          <p:cNvPr id="2" name="Text 0"/>
          <p:cNvSpPr txBox="1"/>
          <p:nvPr/>
        </p:nvSpPr>
        <p:spPr>
          <a:xfrm>
            <a:off x="1106424" y="1865376"/>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3" name="Text 1"/>
          <p:cNvSpPr txBox="1"/>
          <p:nvPr/>
        </p:nvSpPr>
        <p:spPr>
          <a:xfrm>
            <a:off x="1993392" y="3063240"/>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4" name="Text 2"/>
          <p:cNvSpPr txBox="1"/>
          <p:nvPr/>
        </p:nvSpPr>
        <p:spPr>
          <a:xfrm>
            <a:off x="2880360" y="420624"/>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5" name="Text 3"/>
          <p:cNvSpPr txBox="1"/>
          <p:nvPr/>
        </p:nvSpPr>
        <p:spPr>
          <a:xfrm>
            <a:off x="3767328" y="1618488"/>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4654296" y="2816352"/>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π</a:t>
            </a:r>
            <a:endParaRPr lang="en-US" sz="3400" dirty="0"/>
          </a:p>
        </p:txBody>
      </p:sp>
      <p:sp>
        <p:nvSpPr>
          <p:cNvPr id="7" name="Text 5"/>
          <p:cNvSpPr txBox="1"/>
          <p:nvPr/>
        </p:nvSpPr>
        <p:spPr>
          <a:xfrm>
            <a:off x="5541264" y="4014216"/>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8" name="Text 6"/>
          <p:cNvSpPr txBox="1"/>
          <p:nvPr/>
        </p:nvSpPr>
        <p:spPr>
          <a:xfrm>
            <a:off x="6428232" y="1371600"/>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Σ</a:t>
            </a:r>
            <a:endParaRPr lang="en-US" sz="2600" dirty="0"/>
          </a:p>
        </p:txBody>
      </p:sp>
      <p:sp>
        <p:nvSpPr>
          <p:cNvPr id="9" name="Text 7"/>
          <p:cNvSpPr txBox="1"/>
          <p:nvPr/>
        </p:nvSpPr>
        <p:spPr>
          <a:xfrm>
            <a:off x="7315200" y="2569464"/>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10" name="Text 8"/>
          <p:cNvSpPr txBox="1"/>
          <p:nvPr/>
        </p:nvSpPr>
        <p:spPr>
          <a:xfrm>
            <a:off x="8202168" y="3767328"/>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11" name="Text 9"/>
          <p:cNvSpPr txBox="1"/>
          <p:nvPr/>
        </p:nvSpPr>
        <p:spPr>
          <a:xfrm>
            <a:off x="493776" y="1124712"/>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½</a:t>
            </a:r>
            <a:endParaRPr lang="en-US" sz="2600" dirty="0"/>
          </a:p>
        </p:txBody>
      </p:sp>
      <p:pic>
        <p:nvPicPr>
          <p:cNvPr id="12" name="Image 0" descr="img/logo_solaris_oscuro.png">    </p:cNvPr>
          <p:cNvPicPr>
            <a:picLocks noChangeAspect="1"/>
          </p:cNvPicPr>
          <p:nvPr/>
        </p:nvPicPr>
        <p:blipFill>
          <a:blip r:embed="rId1"/>
          <a:stretch>
            <a:fillRect/>
          </a:stretch>
        </p:blipFill>
        <p:spPr>
          <a:xfrm>
            <a:off x="228600" y="109728"/>
            <a:ext cx="566928" cy="566928"/>
          </a:xfrm>
          <a:prstGeom prst="rect">
            <a:avLst/>
          </a:prstGeom>
        </p:spPr>
      </p:pic>
      <p:sp>
        <p:nvSpPr>
          <p:cNvPr id="13" name="Text 10"/>
          <p:cNvSpPr txBox="1"/>
          <p:nvPr/>
        </p:nvSpPr>
        <p:spPr>
          <a:xfrm>
            <a:off x="457200" y="731520"/>
            <a:ext cx="4572000" cy="114300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First understand,</a:t>
            </a:r>
            <a:endParaRPr lang="en-US" sz="3200" dirty="0"/>
          </a:p>
          <a:p>
            <a:pPr indent="0" marL="0">
              <a:buNone/>
            </a:pPr>
            <a:r>
              <a:rPr lang="en-US" sz="3200" b="1" dirty="0">
                <a:solidFill>
                  <a:srgbClr val="FFFFFF"/>
                </a:solidFill>
                <a:latin typeface="Calibri" pitchFamily="34" charset="0"/>
                <a:ea typeface="Calibri" pitchFamily="34" charset="-122"/>
                <a:cs typeface="Calibri" pitchFamily="34" charset="-120"/>
              </a:rPr>
              <a:t>then practice</a:t>
            </a:r>
            <a:endParaRPr lang="en-US" sz="3200" dirty="0"/>
          </a:p>
        </p:txBody>
      </p:sp>
      <p:sp>
        <p:nvSpPr>
          <p:cNvPr id="14" name="Shape 11"/>
          <p:cNvSpPr/>
          <p:nvPr/>
        </p:nvSpPr>
        <p:spPr>
          <a:xfrm>
            <a:off x="457200" y="2011680"/>
            <a:ext cx="420624" cy="420624"/>
          </a:xfrm>
          <a:prstGeom prst="roundRect">
            <a:avLst>
              <a:gd name="adj" fmla="val 21739"/>
            </a:avLst>
          </a:prstGeom>
          <a:solidFill>
            <a:srgbClr val="1E5BB8"/>
          </a:solidFill>
          <a:ln/>
        </p:spPr>
      </p:sp>
      <p:pic>
        <p:nvPicPr>
          <p:cNvPr id="15" name="Image 1" descr="img/es_ic_4.png">    </p:cNvPr>
          <p:cNvPicPr>
            <a:picLocks noChangeAspect="1"/>
          </p:cNvPicPr>
          <p:nvPr/>
        </p:nvPicPr>
        <p:blipFill>
          <a:blip r:embed="rId2"/>
          <a:stretch>
            <a:fillRect/>
          </a:stretch>
        </p:blipFill>
        <p:spPr>
          <a:xfrm>
            <a:off x="548640" y="2103120"/>
            <a:ext cx="237744" cy="237744"/>
          </a:xfrm>
          <a:prstGeom prst="rect">
            <a:avLst/>
          </a:prstGeom>
        </p:spPr>
      </p:pic>
      <p:sp>
        <p:nvSpPr>
          <p:cNvPr id="16" name="Text 12"/>
          <p:cNvSpPr txBox="1"/>
          <p:nvPr/>
        </p:nvSpPr>
        <p:spPr>
          <a:xfrm>
            <a:off x="1024128" y="1975104"/>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Five-part lesson: </a:t>
            </a:r>
            <a:pPr indent="0" marL="0">
              <a:buNone/>
            </a:pPr>
            <a:r>
              <a:rPr lang="en-US" sz="1500" b="1" dirty="0">
                <a:solidFill>
                  <a:srgbClr val="FFD23F"/>
                </a:solidFill>
                <a:latin typeface="Calibri" pitchFamily="34" charset="0"/>
                <a:ea typeface="Calibri" pitchFamily="34" charset="-122"/>
                <a:cs typeface="Calibri" pitchFamily="34" charset="-120"/>
              </a:rPr>
              <a:t>what it is, step by step, example, real life and common mistake</a:t>
            </a:r>
            <a:endParaRPr lang="en-US" sz="1500" dirty="0"/>
          </a:p>
        </p:txBody>
      </p:sp>
      <p:sp>
        <p:nvSpPr>
          <p:cNvPr id="17" name="Shape 13"/>
          <p:cNvSpPr/>
          <p:nvPr/>
        </p:nvSpPr>
        <p:spPr>
          <a:xfrm>
            <a:off x="457200" y="2615184"/>
            <a:ext cx="420624" cy="420624"/>
          </a:xfrm>
          <a:prstGeom prst="roundRect">
            <a:avLst>
              <a:gd name="adj" fmla="val 21739"/>
            </a:avLst>
          </a:prstGeom>
          <a:solidFill>
            <a:srgbClr val="00A6ED"/>
          </a:solidFill>
          <a:ln/>
        </p:spPr>
      </p:sp>
      <p:pic>
        <p:nvPicPr>
          <p:cNvPr id="18" name="Image 2" descr="img/es_ic_5.png">    </p:cNvPr>
          <p:cNvPicPr>
            <a:picLocks noChangeAspect="1"/>
          </p:cNvPicPr>
          <p:nvPr/>
        </p:nvPicPr>
        <p:blipFill>
          <a:blip r:embed="rId3"/>
          <a:stretch>
            <a:fillRect/>
          </a:stretch>
        </p:blipFill>
        <p:spPr>
          <a:xfrm>
            <a:off x="548640" y="2706624"/>
            <a:ext cx="237744" cy="237744"/>
          </a:xfrm>
          <a:prstGeom prst="rect">
            <a:avLst/>
          </a:prstGeom>
        </p:spPr>
      </p:pic>
      <p:sp>
        <p:nvSpPr>
          <p:cNvPr id="19" name="Text 14"/>
          <p:cNvSpPr txBox="1"/>
          <p:nvPr/>
        </p:nvSpPr>
        <p:spPr>
          <a:xfrm>
            <a:off x="1024128" y="2578608"/>
            <a:ext cx="3931920" cy="512064"/>
          </a:xfrm>
          <a:prstGeom prst="rect">
            <a:avLst/>
          </a:prstGeom>
          <a:noFill/>
          <a:ln/>
        </p:spPr>
        <p:txBody>
          <a:bodyPr wrap="square" lIns="0" tIns="0" rIns="0" bIns="0" rtlCol="0" anchor="ctr"/>
          <a:lstStyle/>
          <a:p>
            <a:pPr indent="0" marL="0">
              <a:buNone/>
            </a:pPr>
            <a:r>
              <a:rPr lang="en-US" sz="1500" b="1" dirty="0">
                <a:solidFill>
                  <a:srgbClr val="FFD23F"/>
                </a:solidFill>
                <a:latin typeface="Calibri" pitchFamily="34" charset="0"/>
                <a:ea typeface="Calibri" pitchFamily="34" charset="-122"/>
                <a:cs typeface="Calibri" pitchFamily="34" charset="-120"/>
              </a:rPr>
              <a:t>Explore</a:t>
            </a:r>
            <a:pPr indent="0" marL="0">
              <a:buNone/>
            </a:pPr>
            <a:r>
              <a:rPr lang="en-US" sz="1500" dirty="0">
                <a:solidFill>
                  <a:srgbClr val="FFFFFF"/>
                </a:solidFill>
                <a:latin typeface="Calibri" pitchFamily="34" charset="0"/>
                <a:ea typeface="Calibri" pitchFamily="34" charset="-122"/>
                <a:cs typeface="Calibri" pitchFamily="34" charset="-120"/>
              </a:rPr>
              <a:t>: drawings you move with your finger</a:t>
            </a:r>
            <a:endParaRPr lang="en-US" sz="1500" dirty="0"/>
          </a:p>
        </p:txBody>
      </p:sp>
      <p:sp>
        <p:nvSpPr>
          <p:cNvPr id="20" name="Shape 15"/>
          <p:cNvSpPr/>
          <p:nvPr/>
        </p:nvSpPr>
        <p:spPr>
          <a:xfrm>
            <a:off x="457200" y="3218688"/>
            <a:ext cx="420624" cy="420624"/>
          </a:xfrm>
          <a:prstGeom prst="roundRect">
            <a:avLst>
              <a:gd name="adj" fmla="val 21739"/>
            </a:avLst>
          </a:prstGeom>
          <a:solidFill>
            <a:srgbClr val="C0399F"/>
          </a:solidFill>
          <a:ln/>
        </p:spPr>
      </p:sp>
      <p:pic>
        <p:nvPicPr>
          <p:cNvPr id="21" name="Image 3" descr="img/es_ic_6.png">    </p:cNvPr>
          <p:cNvPicPr>
            <a:picLocks noChangeAspect="1"/>
          </p:cNvPicPr>
          <p:nvPr/>
        </p:nvPicPr>
        <p:blipFill>
          <a:blip r:embed="rId4"/>
          <a:stretch>
            <a:fillRect/>
          </a:stretch>
        </p:blipFill>
        <p:spPr>
          <a:xfrm>
            <a:off x="548640" y="3310128"/>
            <a:ext cx="237744" cy="237744"/>
          </a:xfrm>
          <a:prstGeom prst="rect">
            <a:avLst/>
          </a:prstGeom>
        </p:spPr>
      </p:pic>
      <p:sp>
        <p:nvSpPr>
          <p:cNvPr id="22" name="Text 16"/>
          <p:cNvSpPr txBox="1"/>
          <p:nvPr/>
        </p:nvSpPr>
        <p:spPr>
          <a:xfrm>
            <a:off x="1024128" y="3182112"/>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a:t>
            </a:r>
            <a:pPr indent="0" marL="0">
              <a:buNone/>
            </a:pPr>
            <a:r>
              <a:rPr lang="en-US" sz="1500" b="1" dirty="0">
                <a:solidFill>
                  <a:srgbClr val="FFD23F"/>
                </a:solidFill>
                <a:latin typeface="Calibri" pitchFamily="34" charset="0"/>
                <a:ea typeface="Calibri" pitchFamily="34" charset="-122"/>
                <a:cs typeface="Calibri" pitchFamily="34" charset="-120"/>
              </a:rPr>
              <a:t>official curriculum references</a:t>
            </a:r>
            <a:pPr indent="0" marL="0">
              <a:buNone/>
            </a:pPr>
            <a:r>
              <a:rPr lang="en-US" sz="1500" dirty="0">
                <a:solidFill>
                  <a:srgbClr val="FFFFFF"/>
                </a:solidFill>
                <a:latin typeface="Calibri" pitchFamily="34" charset="0"/>
                <a:ea typeface="Calibri" pitchFamily="34" charset="-122"/>
                <a:cs typeface="Calibri" pitchFamily="34" charset="-120"/>
              </a:rPr>
              <a:t> of each topic</a:t>
            </a:r>
            <a:endParaRPr lang="en-US" sz="1500" dirty="0"/>
          </a:p>
        </p:txBody>
      </p:sp>
      <p:sp>
        <p:nvSpPr>
          <p:cNvPr id="23" name="Shape 17"/>
          <p:cNvSpPr/>
          <p:nvPr/>
        </p:nvSpPr>
        <p:spPr>
          <a:xfrm rot="-300000">
            <a:off x="5120640" y="91440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24" name="Image 4" descr="img/es_leccion.jpg">    </p:cNvPr>
          <p:cNvPicPr>
            <a:picLocks noChangeAspect="1"/>
          </p:cNvPicPr>
          <p:nvPr/>
        </p:nvPicPr>
        <p:blipFill>
          <a:blip r:embed="rId5"/>
          <a:srcRect l="0" r="0" t="0" b="0"/>
          <a:stretch/>
        </p:blipFill>
        <p:spPr>
          <a:xfrm rot="-300000">
            <a:off x="5175504" y="969264"/>
            <a:ext cx="1399032" cy="2907792"/>
          </a:xfrm>
          <a:prstGeom prst="rect">
            <a:avLst/>
          </a:prstGeom>
        </p:spPr>
      </p:pic>
      <p:sp>
        <p:nvSpPr>
          <p:cNvPr id="25" name="Shape 18"/>
          <p:cNvSpPr/>
          <p:nvPr/>
        </p:nvSpPr>
        <p:spPr>
          <a:xfrm rot="300000">
            <a:off x="7132320" y="96012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26" name="Image 5" descr="img/es_explora.jpg">    </p:cNvPr>
          <p:cNvPicPr>
            <a:picLocks noChangeAspect="1"/>
          </p:cNvPicPr>
          <p:nvPr/>
        </p:nvPicPr>
        <p:blipFill>
          <a:blip r:embed="rId6"/>
          <a:srcRect l="0" r="0" t="0" b="0"/>
          <a:stretch/>
        </p:blipFill>
        <p:spPr>
          <a:xfrm rot="300000">
            <a:off x="7187184" y="1014984"/>
            <a:ext cx="1399032" cy="2907792"/>
          </a:xfrm>
          <a:prstGeom prst="rect">
            <a:avLst/>
          </a:prstGeom>
        </p:spPr>
      </p:pic>
      <p:sp>
        <p:nvSpPr>
          <p:cNvPr id="27" name="Shape 19"/>
          <p:cNvSpPr/>
          <p:nvPr/>
        </p:nvSpPr>
        <p:spPr>
          <a:xfrm rot="-120000">
            <a:off x="6126480" y="114300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28" name="Image 6" descr="img/es_referentes.jpg">    </p:cNvPr>
          <p:cNvPicPr>
            <a:picLocks noChangeAspect="1"/>
          </p:cNvPicPr>
          <p:nvPr/>
        </p:nvPicPr>
        <p:blipFill>
          <a:blip r:embed="rId7"/>
          <a:srcRect l="0" r="0" t="0" b="0"/>
          <a:stretch/>
        </p:blipFill>
        <p:spPr>
          <a:xfrm rot="-120000">
            <a:off x="6181344" y="1197864"/>
            <a:ext cx="1399032" cy="2907792"/>
          </a:xfrm>
          <a:prstGeom prst="rect">
            <a:avLst/>
          </a:prstGeom>
        </p:spPr>
      </p:pic>
      <p:sp>
        <p:nvSpPr>
          <p:cNvPr id="29" name="Shape 20"/>
          <p:cNvSpPr/>
          <p:nvPr/>
        </p:nvSpPr>
        <p:spPr>
          <a:xfrm>
            <a:off x="274320" y="4901184"/>
            <a:ext cx="529285" cy="128016"/>
          </a:xfrm>
          <a:prstGeom prst="rect">
            <a:avLst/>
          </a:prstGeom>
          <a:solidFill>
            <a:srgbClr val="E63946"/>
          </a:solidFill>
          <a:ln/>
        </p:spPr>
      </p:sp>
      <p:sp>
        <p:nvSpPr>
          <p:cNvPr id="30" name="Shape 21"/>
          <p:cNvSpPr/>
          <p:nvPr/>
        </p:nvSpPr>
        <p:spPr>
          <a:xfrm>
            <a:off x="840181" y="4869180"/>
            <a:ext cx="1052170" cy="160020"/>
          </a:xfrm>
          <a:prstGeom prst="rect">
            <a:avLst/>
          </a:prstGeom>
          <a:solidFill>
            <a:srgbClr val="F28C1B"/>
          </a:solidFill>
          <a:ln/>
        </p:spPr>
      </p:sp>
      <p:sp>
        <p:nvSpPr>
          <p:cNvPr id="31" name="Shape 22"/>
          <p:cNvSpPr/>
          <p:nvPr/>
        </p:nvSpPr>
        <p:spPr>
          <a:xfrm>
            <a:off x="1928927" y="4837176"/>
            <a:ext cx="994867" cy="192024"/>
          </a:xfrm>
          <a:prstGeom prst="rect">
            <a:avLst/>
          </a:prstGeom>
          <a:solidFill>
            <a:srgbClr val="E0A800"/>
          </a:solidFill>
          <a:ln/>
        </p:spPr>
      </p:sp>
      <p:sp>
        <p:nvSpPr>
          <p:cNvPr id="32" name="Shape 23"/>
          <p:cNvSpPr/>
          <p:nvPr/>
        </p:nvSpPr>
        <p:spPr>
          <a:xfrm>
            <a:off x="2960370" y="4805172"/>
            <a:ext cx="1023518" cy="224028"/>
          </a:xfrm>
          <a:prstGeom prst="rect">
            <a:avLst/>
          </a:prstGeom>
          <a:solidFill>
            <a:srgbClr val="6FA80F"/>
          </a:solidFill>
          <a:ln/>
        </p:spPr>
      </p:sp>
      <p:sp>
        <p:nvSpPr>
          <p:cNvPr id="33" name="Shape 24"/>
          <p:cNvSpPr/>
          <p:nvPr/>
        </p:nvSpPr>
        <p:spPr>
          <a:xfrm>
            <a:off x="3408121" y="4649724"/>
            <a:ext cx="128016" cy="109728"/>
          </a:xfrm>
          <a:prstGeom prst="triangle">
            <a:avLst/>
          </a:prstGeom>
          <a:solidFill>
            <a:srgbClr val="FFD23F"/>
          </a:solidFill>
          <a:ln/>
        </p:spPr>
      </p:sp>
      <p:sp>
        <p:nvSpPr>
          <p:cNvPr id="34" name="Shape 25"/>
          <p:cNvSpPr/>
          <p:nvPr/>
        </p:nvSpPr>
        <p:spPr>
          <a:xfrm>
            <a:off x="4020464" y="4773168"/>
            <a:ext cx="1116635" cy="256032"/>
          </a:xfrm>
          <a:prstGeom prst="rect">
            <a:avLst/>
          </a:prstGeom>
          <a:solidFill>
            <a:srgbClr val="2A3F6B"/>
          </a:solidFill>
          <a:ln/>
        </p:spPr>
      </p:sp>
      <p:sp>
        <p:nvSpPr>
          <p:cNvPr id="35" name="Shape 26"/>
          <p:cNvSpPr/>
          <p:nvPr/>
        </p:nvSpPr>
        <p:spPr>
          <a:xfrm>
            <a:off x="5173675" y="4741164"/>
            <a:ext cx="686867" cy="288036"/>
          </a:xfrm>
          <a:prstGeom prst="rect">
            <a:avLst/>
          </a:prstGeom>
          <a:solidFill>
            <a:srgbClr val="2A3F6B"/>
          </a:solidFill>
          <a:ln/>
        </p:spPr>
      </p:sp>
      <p:sp>
        <p:nvSpPr>
          <p:cNvPr id="36" name="Shape 27"/>
          <p:cNvSpPr/>
          <p:nvPr/>
        </p:nvSpPr>
        <p:spPr>
          <a:xfrm>
            <a:off x="5897118" y="4709160"/>
            <a:ext cx="1059332" cy="320040"/>
          </a:xfrm>
          <a:prstGeom prst="rect">
            <a:avLst/>
          </a:prstGeom>
          <a:solidFill>
            <a:srgbClr val="2A3F6B"/>
          </a:solidFill>
          <a:ln/>
        </p:spPr>
      </p:sp>
      <p:sp>
        <p:nvSpPr>
          <p:cNvPr id="37" name="Shape 28"/>
          <p:cNvSpPr/>
          <p:nvPr/>
        </p:nvSpPr>
        <p:spPr>
          <a:xfrm>
            <a:off x="6993026" y="4677156"/>
            <a:ext cx="966216" cy="352044"/>
          </a:xfrm>
          <a:prstGeom prst="rect">
            <a:avLst/>
          </a:prstGeom>
          <a:solidFill>
            <a:srgbClr val="2A3F6B"/>
          </a:solidFill>
          <a:ln/>
        </p:spPr>
      </p:sp>
      <p:sp>
        <p:nvSpPr>
          <p:cNvPr id="38" name="Shape 29"/>
          <p:cNvSpPr/>
          <p:nvPr/>
        </p:nvSpPr>
        <p:spPr>
          <a:xfrm>
            <a:off x="7995818" y="4645152"/>
            <a:ext cx="572262" cy="384048"/>
          </a:xfrm>
          <a:prstGeom prst="rect">
            <a:avLst/>
          </a:prstGeom>
          <a:solidFill>
            <a:srgbClr val="2A3F6B"/>
          </a:solidFill>
          <a:ln/>
        </p:spPr>
      </p:sp>
      <p:sp>
        <p:nvSpPr>
          <p:cNvPr id="39" name="Shape 30"/>
          <p:cNvSpPr/>
          <p:nvPr/>
        </p:nvSpPr>
        <p:spPr>
          <a:xfrm>
            <a:off x="8604656" y="4613148"/>
            <a:ext cx="228448" cy="416052"/>
          </a:xfrm>
          <a:prstGeom prst="rect">
            <a:avLst/>
          </a:prstGeom>
          <a:solidFill>
            <a:srgbClr val="2A3F6B"/>
          </a:solidFill>
          <a:ln/>
        </p:spPr>
      </p:sp>
      <p:sp>
        <p:nvSpPr>
          <p:cNvPr id="40" name="Text 31"/>
          <p:cNvSpPr txBox="1"/>
          <p:nvPr/>
        </p:nvSpPr>
        <p:spPr>
          <a:xfrm>
            <a:off x="6583680" y="164592"/>
            <a:ext cx="2286000" cy="274320"/>
          </a:xfrm>
          <a:prstGeom prst="rect">
            <a:avLst/>
          </a:prstGeom>
          <a:noFill/>
          <a:ln/>
        </p:spPr>
        <p:txBody>
          <a:bodyPr wrap="square" lIns="0" tIns="0" rIns="0" bIns="0" rtlCol="0" anchor="ctr"/>
          <a:lstStyle/>
          <a:p>
            <a:pPr algn="r" indent="0" marL="0">
              <a:buNone/>
            </a:pPr>
            <a:r>
              <a:rPr lang="en-US" sz="1100" dirty="0">
                <a:solidFill>
                  <a:srgbClr val="9FB3D9"/>
                </a:solidFill>
                <a:latin typeface="Calibri" pitchFamily="34" charset="0"/>
                <a:ea typeface="Calibri" pitchFamily="34" charset="-122"/>
                <a:cs typeface="Calibri" pitchFamily="34" charset="-120"/>
              </a:rPr>
              <a:t>4 / 10 · Every topic</a:t>
            </a:r>
            <a:endParaRPr lang="en-US" sz="1100" dirty="0"/>
          </a:p>
        </p:txBody>
      </p:sp>
    </p:spTree>
  </p:cSld>
  <p:clrMapOvr>
    <a:masterClrMapping/>
  </p:clrMapOvr>
  <p:transition spd="med" advClick="1" advTm="1480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E40"/>
        </a:solidFill>
      </p:bgPr>
    </p:bg>
    <p:spTree>
      <p:nvGrpSpPr>
        <p:cNvPr id="1" name=""/>
        <p:cNvGrpSpPr/>
        <p:nvPr/>
      </p:nvGrpSpPr>
      <p:grpSpPr>
        <a:xfrm>
          <a:off x="0" y="0"/>
          <a:ext cx="0" cy="0"/>
          <a:chOff x="0" y="0"/>
          <a:chExt cx="0" cy="0"/>
        </a:xfrm>
      </p:grpSpPr>
      <p:sp>
        <p:nvSpPr>
          <p:cNvPr id="2" name="Text 0"/>
          <p:cNvSpPr txBox="1"/>
          <p:nvPr/>
        </p:nvSpPr>
        <p:spPr>
          <a:xfrm>
            <a:off x="1444752" y="2350008"/>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3" name="Text 1"/>
          <p:cNvSpPr txBox="1"/>
          <p:nvPr/>
        </p:nvSpPr>
        <p:spPr>
          <a:xfrm>
            <a:off x="2331720" y="3547872"/>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4" name="Text 2"/>
          <p:cNvSpPr txBox="1"/>
          <p:nvPr/>
        </p:nvSpPr>
        <p:spPr>
          <a:xfrm>
            <a:off x="3218688" y="905256"/>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5" name="Text 3"/>
          <p:cNvSpPr txBox="1"/>
          <p:nvPr/>
        </p:nvSpPr>
        <p:spPr>
          <a:xfrm>
            <a:off x="4105656" y="2103120"/>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4992624" y="3300984"/>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π</a:t>
            </a:r>
            <a:endParaRPr lang="en-US" sz="3400" dirty="0"/>
          </a:p>
        </p:txBody>
      </p:sp>
      <p:sp>
        <p:nvSpPr>
          <p:cNvPr id="7" name="Text 5"/>
          <p:cNvSpPr txBox="1"/>
          <p:nvPr/>
        </p:nvSpPr>
        <p:spPr>
          <a:xfrm>
            <a:off x="5879592" y="658368"/>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8" name="Text 6"/>
          <p:cNvSpPr txBox="1"/>
          <p:nvPr/>
        </p:nvSpPr>
        <p:spPr>
          <a:xfrm>
            <a:off x="6766560" y="1856232"/>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Σ</a:t>
            </a:r>
            <a:endParaRPr lang="en-US" sz="2600" dirty="0"/>
          </a:p>
        </p:txBody>
      </p:sp>
      <p:sp>
        <p:nvSpPr>
          <p:cNvPr id="9" name="Text 7"/>
          <p:cNvSpPr txBox="1"/>
          <p:nvPr/>
        </p:nvSpPr>
        <p:spPr>
          <a:xfrm>
            <a:off x="7653528" y="3054096"/>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10" name="Text 8"/>
          <p:cNvSpPr txBox="1"/>
          <p:nvPr/>
        </p:nvSpPr>
        <p:spPr>
          <a:xfrm>
            <a:off x="8540496" y="411480"/>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11" name="Text 9"/>
          <p:cNvSpPr txBox="1"/>
          <p:nvPr/>
        </p:nvSpPr>
        <p:spPr>
          <a:xfrm>
            <a:off x="832104" y="1609344"/>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½</a:t>
            </a:r>
            <a:endParaRPr lang="en-US" sz="2600" dirty="0"/>
          </a:p>
        </p:txBody>
      </p:sp>
      <p:pic>
        <p:nvPicPr>
          <p:cNvPr id="12" name="Image 0" descr="img/logo_solaris_oscuro.png">    </p:cNvPr>
          <p:cNvPicPr>
            <a:picLocks noChangeAspect="1"/>
          </p:cNvPicPr>
          <p:nvPr/>
        </p:nvPicPr>
        <p:blipFill>
          <a:blip r:embed="rId1"/>
          <a:stretch>
            <a:fillRect/>
          </a:stretch>
        </p:blipFill>
        <p:spPr>
          <a:xfrm>
            <a:off x="228600" y="109728"/>
            <a:ext cx="566928" cy="566928"/>
          </a:xfrm>
          <a:prstGeom prst="rect">
            <a:avLst/>
          </a:prstGeom>
        </p:spPr>
      </p:pic>
      <p:sp>
        <p:nvSpPr>
          <p:cNvPr id="13" name="Text 10"/>
          <p:cNvSpPr txBox="1"/>
          <p:nvPr/>
        </p:nvSpPr>
        <p:spPr>
          <a:xfrm>
            <a:off x="457200" y="731520"/>
            <a:ext cx="4572000" cy="114300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Fifteen challenges</a:t>
            </a:r>
            <a:endParaRPr lang="en-US" sz="3200" dirty="0"/>
          </a:p>
          <a:p>
            <a:pPr indent="0" marL="0">
              <a:buNone/>
            </a:pPr>
            <a:r>
              <a:rPr lang="en-US" sz="3200" b="1" dirty="0">
                <a:solidFill>
                  <a:srgbClr val="FFFFFF"/>
                </a:solidFill>
                <a:latin typeface="Calibri" pitchFamily="34" charset="0"/>
                <a:ea typeface="Calibri" pitchFamily="34" charset="-122"/>
                <a:cs typeface="Calibri" pitchFamily="34" charset="-120"/>
              </a:rPr>
              <a:t>that teach</a:t>
            </a:r>
            <a:endParaRPr lang="en-US" sz="3200" dirty="0"/>
          </a:p>
        </p:txBody>
      </p:sp>
      <p:sp>
        <p:nvSpPr>
          <p:cNvPr id="14" name="Shape 11"/>
          <p:cNvSpPr/>
          <p:nvPr/>
        </p:nvSpPr>
        <p:spPr>
          <a:xfrm>
            <a:off x="457200" y="2011680"/>
            <a:ext cx="420624" cy="420624"/>
          </a:xfrm>
          <a:prstGeom prst="roundRect">
            <a:avLst>
              <a:gd name="adj" fmla="val 21739"/>
            </a:avLst>
          </a:prstGeom>
          <a:solidFill>
            <a:srgbClr val="F28C1B"/>
          </a:solidFill>
          <a:ln/>
        </p:spPr>
      </p:sp>
      <p:pic>
        <p:nvPicPr>
          <p:cNvPr id="15" name="Image 1" descr="img/es_ic_7.png">    </p:cNvPr>
          <p:cNvPicPr>
            <a:picLocks noChangeAspect="1"/>
          </p:cNvPicPr>
          <p:nvPr/>
        </p:nvPicPr>
        <p:blipFill>
          <a:blip r:embed="rId2"/>
          <a:stretch>
            <a:fillRect/>
          </a:stretch>
        </p:blipFill>
        <p:spPr>
          <a:xfrm>
            <a:off x="548640" y="2103120"/>
            <a:ext cx="237744" cy="237744"/>
          </a:xfrm>
          <a:prstGeom prst="rect">
            <a:avLst/>
          </a:prstGeom>
        </p:spPr>
      </p:pic>
      <p:sp>
        <p:nvSpPr>
          <p:cNvPr id="16" name="Text 12"/>
          <p:cNvSpPr txBox="1"/>
          <p:nvPr/>
        </p:nvSpPr>
        <p:spPr>
          <a:xfrm>
            <a:off x="1024128" y="1975104"/>
            <a:ext cx="3931920" cy="512064"/>
          </a:xfrm>
          <a:prstGeom prst="rect">
            <a:avLst/>
          </a:prstGeom>
          <a:noFill/>
          <a:ln/>
        </p:spPr>
        <p:txBody>
          <a:bodyPr wrap="square" lIns="0" tIns="0" rIns="0" bIns="0" rtlCol="0" anchor="ctr"/>
          <a:lstStyle/>
          <a:p>
            <a:pPr indent="0" marL="0">
              <a:buNone/>
            </a:pPr>
            <a:r>
              <a:rPr lang="en-US" sz="1500" b="1" dirty="0">
                <a:solidFill>
                  <a:srgbClr val="FFD23F"/>
                </a:solidFill>
                <a:latin typeface="Calibri" pitchFamily="34" charset="0"/>
                <a:ea typeface="Calibri" pitchFamily="34" charset="-122"/>
                <a:cs typeface="Calibri" pitchFamily="34" charset="-120"/>
              </a:rPr>
              <a:t>Randomly generated</a:t>
            </a:r>
            <a:pPr indent="0" marL="0">
              <a:buNone/>
            </a:pPr>
            <a:r>
              <a:rPr lang="en-US" sz="1500" dirty="0">
                <a:solidFill>
                  <a:srgbClr val="FFFFFF"/>
                </a:solidFill>
                <a:latin typeface="Calibri" pitchFamily="34" charset="0"/>
                <a:ea typeface="Calibri" pitchFamily="34" charset="-122"/>
                <a:cs typeface="Calibri" pitchFamily="34" charset="-120"/>
              </a:rPr>
              <a:t> exercises, with drawings to tap and shade</a:t>
            </a:r>
            <a:endParaRPr lang="en-US" sz="1500" dirty="0"/>
          </a:p>
        </p:txBody>
      </p:sp>
      <p:sp>
        <p:nvSpPr>
          <p:cNvPr id="17" name="Shape 13"/>
          <p:cNvSpPr/>
          <p:nvPr/>
        </p:nvSpPr>
        <p:spPr>
          <a:xfrm>
            <a:off x="457200" y="2615184"/>
            <a:ext cx="420624" cy="420624"/>
          </a:xfrm>
          <a:prstGeom prst="roundRect">
            <a:avLst>
              <a:gd name="adj" fmla="val 21739"/>
            </a:avLst>
          </a:prstGeom>
          <a:solidFill>
            <a:srgbClr val="6FA80F"/>
          </a:solidFill>
          <a:ln/>
        </p:spPr>
      </p:sp>
      <p:pic>
        <p:nvPicPr>
          <p:cNvPr id="18" name="Image 2" descr="img/es_ic_8.png">    </p:cNvPr>
          <p:cNvPicPr>
            <a:picLocks noChangeAspect="1"/>
          </p:cNvPicPr>
          <p:nvPr/>
        </p:nvPicPr>
        <p:blipFill>
          <a:blip r:embed="rId3"/>
          <a:stretch>
            <a:fillRect/>
          </a:stretch>
        </p:blipFill>
        <p:spPr>
          <a:xfrm>
            <a:off x="548640" y="2706624"/>
            <a:ext cx="237744" cy="237744"/>
          </a:xfrm>
          <a:prstGeom prst="rect">
            <a:avLst/>
          </a:prstGeom>
        </p:spPr>
      </p:pic>
      <p:sp>
        <p:nvSpPr>
          <p:cNvPr id="19" name="Text 14"/>
          <p:cNvSpPr txBox="1"/>
          <p:nvPr/>
        </p:nvSpPr>
        <p:spPr>
          <a:xfrm>
            <a:off x="1024128" y="2578608"/>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Mistakes show the </a:t>
            </a:r>
            <a:pPr indent="0" marL="0">
              <a:buNone/>
            </a:pPr>
            <a:r>
              <a:rPr lang="en-US" sz="1500" b="1" dirty="0">
                <a:solidFill>
                  <a:srgbClr val="FFD23F"/>
                </a:solidFill>
                <a:latin typeface="Calibri" pitchFamily="34" charset="0"/>
                <a:ea typeface="Calibri" pitchFamily="34" charset="-122"/>
                <a:cs typeface="Calibri" pitchFamily="34" charset="-120"/>
              </a:rPr>
              <a:t>step-by-step solution</a:t>
            </a:r>
            <a:endParaRPr lang="en-US" sz="1500" dirty="0"/>
          </a:p>
        </p:txBody>
      </p:sp>
      <p:sp>
        <p:nvSpPr>
          <p:cNvPr id="20" name="Shape 15"/>
          <p:cNvSpPr/>
          <p:nvPr/>
        </p:nvSpPr>
        <p:spPr>
          <a:xfrm>
            <a:off x="457200" y="3218688"/>
            <a:ext cx="420624" cy="420624"/>
          </a:xfrm>
          <a:prstGeom prst="roundRect">
            <a:avLst>
              <a:gd name="adj" fmla="val 21739"/>
            </a:avLst>
          </a:prstGeom>
          <a:solidFill>
            <a:srgbClr val="FF6F59"/>
          </a:solidFill>
          <a:ln/>
        </p:spPr>
      </p:sp>
      <p:pic>
        <p:nvPicPr>
          <p:cNvPr id="21" name="Image 3" descr="img/es_ic_9.png">    </p:cNvPr>
          <p:cNvPicPr>
            <a:picLocks noChangeAspect="1"/>
          </p:cNvPicPr>
          <p:nvPr/>
        </p:nvPicPr>
        <p:blipFill>
          <a:blip r:embed="rId4"/>
          <a:stretch>
            <a:fillRect/>
          </a:stretch>
        </p:blipFill>
        <p:spPr>
          <a:xfrm>
            <a:off x="548640" y="3310128"/>
            <a:ext cx="237744" cy="237744"/>
          </a:xfrm>
          <a:prstGeom prst="rect">
            <a:avLst/>
          </a:prstGeom>
        </p:spPr>
      </p:pic>
      <p:sp>
        <p:nvSpPr>
          <p:cNvPr id="22" name="Text 16"/>
          <p:cNvSpPr txBox="1"/>
          <p:nvPr/>
        </p:nvSpPr>
        <p:spPr>
          <a:xfrm>
            <a:off x="1024128" y="3182112"/>
            <a:ext cx="3931920" cy="512064"/>
          </a:xfrm>
          <a:prstGeom prst="rect">
            <a:avLst/>
          </a:prstGeom>
          <a:noFill/>
          <a:ln/>
        </p:spPr>
        <p:txBody>
          <a:bodyPr wrap="square" lIns="0" tIns="0" rIns="0" bIns="0" rtlCol="0" anchor="ctr"/>
          <a:lstStyle/>
          <a:p>
            <a:pPr indent="0" marL="0">
              <a:buNone/>
            </a:pPr>
            <a:r>
              <a:rPr lang="en-US" sz="1500" b="1" dirty="0">
                <a:solidFill>
                  <a:srgbClr val="FFD23F"/>
                </a:solidFill>
                <a:latin typeface="Calibri" pitchFamily="34" charset="0"/>
                <a:ea typeface="Calibri" pitchFamily="34" charset="-122"/>
                <a:cs typeface="Calibri" pitchFamily="34" charset="-120"/>
              </a:rPr>
              <a:t>Timer</a:t>
            </a:r>
            <a:pPr indent="0" marL="0">
              <a:buNone/>
            </a:pPr>
            <a:r>
              <a:rPr lang="en-US" sz="1500" dirty="0">
                <a:solidFill>
                  <a:srgbClr val="FFFFFF"/>
                </a:solidFill>
                <a:latin typeface="Calibri" pitchFamily="34" charset="0"/>
                <a:ea typeface="Calibri" pitchFamily="34" charset="-122"/>
                <a:cs typeface="Calibri" pitchFamily="34" charset="-120"/>
              </a:rPr>
              <a:t>, sounds, streaks and records</a:t>
            </a:r>
            <a:endParaRPr lang="en-US" sz="1500" dirty="0"/>
          </a:p>
        </p:txBody>
      </p:sp>
      <p:sp>
        <p:nvSpPr>
          <p:cNvPr id="23" name="Shape 17"/>
          <p:cNvSpPr/>
          <p:nvPr/>
        </p:nvSpPr>
        <p:spPr>
          <a:xfrm>
            <a:off x="457200" y="3822192"/>
            <a:ext cx="420624" cy="420624"/>
          </a:xfrm>
          <a:prstGeom prst="roundRect">
            <a:avLst>
              <a:gd name="adj" fmla="val 21739"/>
            </a:avLst>
          </a:prstGeom>
          <a:solidFill>
            <a:srgbClr val="1E5BB8"/>
          </a:solidFill>
          <a:ln/>
        </p:spPr>
      </p:sp>
      <p:pic>
        <p:nvPicPr>
          <p:cNvPr id="24" name="Image 4" descr="img/es_ic_10.png">    </p:cNvPr>
          <p:cNvPicPr>
            <a:picLocks noChangeAspect="1"/>
          </p:cNvPicPr>
          <p:nvPr/>
        </p:nvPicPr>
        <p:blipFill>
          <a:blip r:embed="rId5"/>
          <a:stretch>
            <a:fillRect/>
          </a:stretch>
        </p:blipFill>
        <p:spPr>
          <a:xfrm>
            <a:off x="548640" y="3913632"/>
            <a:ext cx="237744" cy="237744"/>
          </a:xfrm>
          <a:prstGeom prst="rect">
            <a:avLst/>
          </a:prstGeom>
        </p:spPr>
      </p:pic>
      <p:sp>
        <p:nvSpPr>
          <p:cNvPr id="25" name="Text 18"/>
          <p:cNvSpPr txBox="1"/>
          <p:nvPr/>
        </p:nvSpPr>
        <p:spPr>
          <a:xfrm>
            <a:off x="1024128" y="3785616"/>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printable </a:t>
            </a:r>
            <a:pPr indent="0" marL="0">
              <a:buNone/>
            </a:pPr>
            <a:r>
              <a:rPr lang="en-US" sz="1500" b="1" dirty="0">
                <a:solidFill>
                  <a:srgbClr val="FFD23F"/>
                </a:solidFill>
                <a:latin typeface="Calibri" pitchFamily="34" charset="0"/>
                <a:ea typeface="Calibri" pitchFamily="34" charset="-122"/>
                <a:cs typeface="Calibri" pitchFamily="34" charset="-120"/>
              </a:rPr>
              <a:t>PDF guide</a:t>
            </a:r>
            <a:pPr indent="0" marL="0">
              <a:buNone/>
            </a:pPr>
            <a:r>
              <a:rPr lang="en-US" sz="1500" dirty="0">
                <a:solidFill>
                  <a:srgbClr val="FFFFFF"/>
                </a:solidFill>
                <a:latin typeface="Calibri" pitchFamily="34" charset="0"/>
                <a:ea typeface="Calibri" pitchFamily="34" charset="-122"/>
                <a:cs typeface="Calibri" pitchFamily="34" charset="-120"/>
              </a:rPr>
              <a:t> for every topic</a:t>
            </a:r>
            <a:endParaRPr lang="en-US" sz="1500" dirty="0"/>
          </a:p>
        </p:txBody>
      </p:sp>
      <p:sp>
        <p:nvSpPr>
          <p:cNvPr id="26" name="Shape 19"/>
          <p:cNvSpPr/>
          <p:nvPr/>
        </p:nvSpPr>
        <p:spPr>
          <a:xfrm rot="-300000">
            <a:off x="5120640" y="91440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27" name="Image 5" descr="img/es_ejercicio.jpg">    </p:cNvPr>
          <p:cNvPicPr>
            <a:picLocks noChangeAspect="1"/>
          </p:cNvPicPr>
          <p:nvPr/>
        </p:nvPicPr>
        <p:blipFill>
          <a:blip r:embed="rId6"/>
          <a:srcRect l="0" r="0" t="0" b="0"/>
          <a:stretch/>
        </p:blipFill>
        <p:spPr>
          <a:xfrm rot="-300000">
            <a:off x="5175504" y="969264"/>
            <a:ext cx="1399032" cy="2907792"/>
          </a:xfrm>
          <a:prstGeom prst="rect">
            <a:avLst/>
          </a:prstGeom>
        </p:spPr>
      </p:pic>
      <p:sp>
        <p:nvSpPr>
          <p:cNvPr id="28" name="Shape 20"/>
          <p:cNvSpPr/>
          <p:nvPr/>
        </p:nvSpPr>
        <p:spPr>
          <a:xfrm rot="300000">
            <a:off x="7132320" y="96012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29" name="Image 6" descr="img/es_pintar.jpg">    </p:cNvPr>
          <p:cNvPicPr>
            <a:picLocks noChangeAspect="1"/>
          </p:cNvPicPr>
          <p:nvPr/>
        </p:nvPicPr>
        <p:blipFill>
          <a:blip r:embed="rId7"/>
          <a:srcRect l="0" r="0" t="0" b="0"/>
          <a:stretch/>
        </p:blipFill>
        <p:spPr>
          <a:xfrm rot="300000">
            <a:off x="7187184" y="1014984"/>
            <a:ext cx="1399032" cy="2907792"/>
          </a:xfrm>
          <a:prstGeom prst="rect">
            <a:avLst/>
          </a:prstGeom>
        </p:spPr>
      </p:pic>
      <p:sp>
        <p:nvSpPr>
          <p:cNvPr id="30" name="Shape 21"/>
          <p:cNvSpPr/>
          <p:nvPr/>
        </p:nvSpPr>
        <p:spPr>
          <a:xfrm rot="-120000">
            <a:off x="6126480" y="114300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31" name="Image 7" descr="img/es_resultado.jpg">    </p:cNvPr>
          <p:cNvPicPr>
            <a:picLocks noChangeAspect="1"/>
          </p:cNvPicPr>
          <p:nvPr/>
        </p:nvPicPr>
        <p:blipFill>
          <a:blip r:embed="rId8"/>
          <a:srcRect l="0" r="0" t="0" b="0"/>
          <a:stretch/>
        </p:blipFill>
        <p:spPr>
          <a:xfrm rot="-120000">
            <a:off x="6181344" y="1197864"/>
            <a:ext cx="1399032" cy="2907792"/>
          </a:xfrm>
          <a:prstGeom prst="rect">
            <a:avLst/>
          </a:prstGeom>
        </p:spPr>
      </p:pic>
      <p:pic>
        <p:nvPicPr>
          <p:cNvPr id="32" name="Image 8" descr="img/guia_es.jpg">    </p:cNvPr>
          <p:cNvPicPr>
            <a:picLocks noChangeAspect="1"/>
          </p:cNvPicPr>
          <p:nvPr/>
        </p:nvPicPr>
        <p:blipFill>
          <a:blip r:embed="rId9"/>
          <a:stretch>
            <a:fillRect/>
          </a:stretch>
        </p:blipFill>
        <p:spPr>
          <a:xfrm rot="-480000">
            <a:off x="4617720" y="2788920"/>
            <a:ext cx="960120" cy="1362456"/>
          </a:xfrm>
          <a:prstGeom prst="rect">
            <a:avLst/>
          </a:prstGeom>
          <a:effectLst>
            <a:outerShdw sx="100000" sy="100000" kx="0" ky="0" algn="bl" rotWithShape="0" blurRad="127000" dist="50800" dir="5400000">
              <a:srgbClr val="000000">
                <a:alpha val="45000"/>
              </a:srgbClr>
            </a:outerShdw>
          </a:effectLst>
        </p:spPr>
      </p:pic>
      <p:sp>
        <p:nvSpPr>
          <p:cNvPr id="33" name="Shape 22"/>
          <p:cNvSpPr/>
          <p:nvPr/>
        </p:nvSpPr>
        <p:spPr>
          <a:xfrm>
            <a:off x="274320" y="4901184"/>
            <a:ext cx="529285" cy="128016"/>
          </a:xfrm>
          <a:prstGeom prst="rect">
            <a:avLst/>
          </a:prstGeom>
          <a:solidFill>
            <a:srgbClr val="E63946"/>
          </a:solidFill>
          <a:ln/>
        </p:spPr>
      </p:sp>
      <p:sp>
        <p:nvSpPr>
          <p:cNvPr id="34" name="Shape 23"/>
          <p:cNvSpPr/>
          <p:nvPr/>
        </p:nvSpPr>
        <p:spPr>
          <a:xfrm>
            <a:off x="840181" y="4869180"/>
            <a:ext cx="1052170" cy="160020"/>
          </a:xfrm>
          <a:prstGeom prst="rect">
            <a:avLst/>
          </a:prstGeom>
          <a:solidFill>
            <a:srgbClr val="F28C1B"/>
          </a:solidFill>
          <a:ln/>
        </p:spPr>
      </p:sp>
      <p:sp>
        <p:nvSpPr>
          <p:cNvPr id="35" name="Shape 24"/>
          <p:cNvSpPr/>
          <p:nvPr/>
        </p:nvSpPr>
        <p:spPr>
          <a:xfrm>
            <a:off x="1928927" y="4837176"/>
            <a:ext cx="994867" cy="192024"/>
          </a:xfrm>
          <a:prstGeom prst="rect">
            <a:avLst/>
          </a:prstGeom>
          <a:solidFill>
            <a:srgbClr val="E0A800"/>
          </a:solidFill>
          <a:ln/>
        </p:spPr>
      </p:sp>
      <p:sp>
        <p:nvSpPr>
          <p:cNvPr id="36" name="Shape 25"/>
          <p:cNvSpPr/>
          <p:nvPr/>
        </p:nvSpPr>
        <p:spPr>
          <a:xfrm>
            <a:off x="2960370" y="4805172"/>
            <a:ext cx="1023518" cy="224028"/>
          </a:xfrm>
          <a:prstGeom prst="rect">
            <a:avLst/>
          </a:prstGeom>
          <a:solidFill>
            <a:srgbClr val="6FA80F"/>
          </a:solidFill>
          <a:ln/>
        </p:spPr>
      </p:sp>
      <p:sp>
        <p:nvSpPr>
          <p:cNvPr id="37" name="Shape 26"/>
          <p:cNvSpPr/>
          <p:nvPr/>
        </p:nvSpPr>
        <p:spPr>
          <a:xfrm>
            <a:off x="4020464" y="4773168"/>
            <a:ext cx="1116635" cy="256032"/>
          </a:xfrm>
          <a:prstGeom prst="rect">
            <a:avLst/>
          </a:prstGeom>
          <a:solidFill>
            <a:srgbClr val="2A9D8F"/>
          </a:solidFill>
          <a:ln/>
        </p:spPr>
      </p:sp>
      <p:sp>
        <p:nvSpPr>
          <p:cNvPr id="38" name="Shape 27"/>
          <p:cNvSpPr/>
          <p:nvPr/>
        </p:nvSpPr>
        <p:spPr>
          <a:xfrm>
            <a:off x="4514774" y="4617720"/>
            <a:ext cx="128016" cy="109728"/>
          </a:xfrm>
          <a:prstGeom prst="triangle">
            <a:avLst/>
          </a:prstGeom>
          <a:solidFill>
            <a:srgbClr val="FFD23F"/>
          </a:solidFill>
          <a:ln/>
        </p:spPr>
      </p:sp>
      <p:sp>
        <p:nvSpPr>
          <p:cNvPr id="39" name="Shape 28"/>
          <p:cNvSpPr/>
          <p:nvPr/>
        </p:nvSpPr>
        <p:spPr>
          <a:xfrm>
            <a:off x="5173675" y="4741164"/>
            <a:ext cx="686867" cy="288036"/>
          </a:xfrm>
          <a:prstGeom prst="rect">
            <a:avLst/>
          </a:prstGeom>
          <a:solidFill>
            <a:srgbClr val="2A3F6B"/>
          </a:solidFill>
          <a:ln/>
        </p:spPr>
      </p:sp>
      <p:sp>
        <p:nvSpPr>
          <p:cNvPr id="40" name="Shape 29"/>
          <p:cNvSpPr/>
          <p:nvPr/>
        </p:nvSpPr>
        <p:spPr>
          <a:xfrm>
            <a:off x="5897118" y="4709160"/>
            <a:ext cx="1059332" cy="320040"/>
          </a:xfrm>
          <a:prstGeom prst="rect">
            <a:avLst/>
          </a:prstGeom>
          <a:solidFill>
            <a:srgbClr val="2A3F6B"/>
          </a:solidFill>
          <a:ln/>
        </p:spPr>
      </p:sp>
      <p:sp>
        <p:nvSpPr>
          <p:cNvPr id="41" name="Shape 30"/>
          <p:cNvSpPr/>
          <p:nvPr/>
        </p:nvSpPr>
        <p:spPr>
          <a:xfrm>
            <a:off x="6993026" y="4677156"/>
            <a:ext cx="966216" cy="352044"/>
          </a:xfrm>
          <a:prstGeom prst="rect">
            <a:avLst/>
          </a:prstGeom>
          <a:solidFill>
            <a:srgbClr val="2A3F6B"/>
          </a:solidFill>
          <a:ln/>
        </p:spPr>
      </p:sp>
      <p:sp>
        <p:nvSpPr>
          <p:cNvPr id="42" name="Shape 31"/>
          <p:cNvSpPr/>
          <p:nvPr/>
        </p:nvSpPr>
        <p:spPr>
          <a:xfrm>
            <a:off x="7995818" y="4645152"/>
            <a:ext cx="572262" cy="384048"/>
          </a:xfrm>
          <a:prstGeom prst="rect">
            <a:avLst/>
          </a:prstGeom>
          <a:solidFill>
            <a:srgbClr val="2A3F6B"/>
          </a:solidFill>
          <a:ln/>
        </p:spPr>
      </p:sp>
      <p:sp>
        <p:nvSpPr>
          <p:cNvPr id="43" name="Shape 32"/>
          <p:cNvSpPr/>
          <p:nvPr/>
        </p:nvSpPr>
        <p:spPr>
          <a:xfrm>
            <a:off x="8604656" y="4613148"/>
            <a:ext cx="228448" cy="416052"/>
          </a:xfrm>
          <a:prstGeom prst="rect">
            <a:avLst/>
          </a:prstGeom>
          <a:solidFill>
            <a:srgbClr val="2A3F6B"/>
          </a:solidFill>
          <a:ln/>
        </p:spPr>
      </p:sp>
      <p:sp>
        <p:nvSpPr>
          <p:cNvPr id="44" name="Text 33"/>
          <p:cNvSpPr txBox="1"/>
          <p:nvPr/>
        </p:nvSpPr>
        <p:spPr>
          <a:xfrm>
            <a:off x="6583680" y="164592"/>
            <a:ext cx="2286000" cy="274320"/>
          </a:xfrm>
          <a:prstGeom prst="rect">
            <a:avLst/>
          </a:prstGeom>
          <a:noFill/>
          <a:ln/>
        </p:spPr>
        <p:txBody>
          <a:bodyPr wrap="square" lIns="0" tIns="0" rIns="0" bIns="0" rtlCol="0" anchor="ctr"/>
          <a:lstStyle/>
          <a:p>
            <a:pPr algn="r" indent="0" marL="0">
              <a:buNone/>
            </a:pPr>
            <a:r>
              <a:rPr lang="en-US" sz="1100" dirty="0">
                <a:solidFill>
                  <a:srgbClr val="9FB3D9"/>
                </a:solidFill>
                <a:latin typeface="Calibri" pitchFamily="34" charset="0"/>
                <a:ea typeface="Calibri" pitchFamily="34" charset="-122"/>
                <a:cs typeface="Calibri" pitchFamily="34" charset="-120"/>
              </a:rPr>
              <a:t>5 / 10 · Practice</a:t>
            </a:r>
            <a:endParaRPr lang="en-US" sz="1100" dirty="0"/>
          </a:p>
        </p:txBody>
      </p:sp>
    </p:spTree>
  </p:cSld>
  <p:clrMapOvr>
    <a:masterClrMapping/>
  </p:clrMapOvr>
  <p:transition spd="med" advClick="1" advTm="16100">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E40"/>
        </a:solidFill>
      </p:bgPr>
    </p:bg>
    <p:spTree>
      <p:nvGrpSpPr>
        <p:cNvPr id="1" name=""/>
        <p:cNvGrpSpPr/>
        <p:nvPr/>
      </p:nvGrpSpPr>
      <p:grpSpPr>
        <a:xfrm>
          <a:off x="0" y="0"/>
          <a:ext cx="0" cy="0"/>
          <a:chOff x="0" y="0"/>
          <a:chExt cx="0" cy="0"/>
        </a:xfrm>
      </p:grpSpPr>
      <p:sp>
        <p:nvSpPr>
          <p:cNvPr id="2" name="Text 0"/>
          <p:cNvSpPr txBox="1"/>
          <p:nvPr/>
        </p:nvSpPr>
        <p:spPr>
          <a:xfrm>
            <a:off x="1783080" y="2834640"/>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3" name="Text 1"/>
          <p:cNvSpPr txBox="1"/>
          <p:nvPr/>
        </p:nvSpPr>
        <p:spPr>
          <a:xfrm>
            <a:off x="2670048" y="4032504"/>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4" name="Text 2"/>
          <p:cNvSpPr txBox="1"/>
          <p:nvPr/>
        </p:nvSpPr>
        <p:spPr>
          <a:xfrm>
            <a:off x="3557016" y="1389888"/>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5" name="Text 3"/>
          <p:cNvSpPr txBox="1"/>
          <p:nvPr/>
        </p:nvSpPr>
        <p:spPr>
          <a:xfrm>
            <a:off x="4443984" y="2587752"/>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5330952" y="3785616"/>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π</a:t>
            </a:r>
            <a:endParaRPr lang="en-US" sz="3400" dirty="0"/>
          </a:p>
        </p:txBody>
      </p:sp>
      <p:sp>
        <p:nvSpPr>
          <p:cNvPr id="7" name="Text 5"/>
          <p:cNvSpPr txBox="1"/>
          <p:nvPr/>
        </p:nvSpPr>
        <p:spPr>
          <a:xfrm>
            <a:off x="6217920" y="1143000"/>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8" name="Text 6"/>
          <p:cNvSpPr txBox="1"/>
          <p:nvPr/>
        </p:nvSpPr>
        <p:spPr>
          <a:xfrm>
            <a:off x="7104888" y="2340864"/>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Σ</a:t>
            </a:r>
            <a:endParaRPr lang="en-US" sz="2600" dirty="0"/>
          </a:p>
        </p:txBody>
      </p:sp>
      <p:sp>
        <p:nvSpPr>
          <p:cNvPr id="9" name="Text 7"/>
          <p:cNvSpPr txBox="1"/>
          <p:nvPr/>
        </p:nvSpPr>
        <p:spPr>
          <a:xfrm>
            <a:off x="7991856" y="3538728"/>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10" name="Text 8"/>
          <p:cNvSpPr txBox="1"/>
          <p:nvPr/>
        </p:nvSpPr>
        <p:spPr>
          <a:xfrm>
            <a:off x="283464" y="896112"/>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11" name="Text 9"/>
          <p:cNvSpPr txBox="1"/>
          <p:nvPr/>
        </p:nvSpPr>
        <p:spPr>
          <a:xfrm>
            <a:off x="1170432" y="2093976"/>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½</a:t>
            </a:r>
            <a:endParaRPr lang="en-US" sz="2600" dirty="0"/>
          </a:p>
        </p:txBody>
      </p:sp>
      <p:pic>
        <p:nvPicPr>
          <p:cNvPr id="12" name="Image 0" descr="img/logo_solaris_oscuro.png">    </p:cNvPr>
          <p:cNvPicPr>
            <a:picLocks noChangeAspect="1"/>
          </p:cNvPicPr>
          <p:nvPr/>
        </p:nvPicPr>
        <p:blipFill>
          <a:blip r:embed="rId1"/>
          <a:stretch>
            <a:fillRect/>
          </a:stretch>
        </p:blipFill>
        <p:spPr>
          <a:xfrm>
            <a:off x="228600" y="109728"/>
            <a:ext cx="566928" cy="566928"/>
          </a:xfrm>
          <a:prstGeom prst="rect">
            <a:avLst/>
          </a:prstGeom>
        </p:spPr>
      </p:pic>
      <p:sp>
        <p:nvSpPr>
          <p:cNvPr id="13" name="Text 10"/>
          <p:cNvSpPr txBox="1"/>
          <p:nvPr/>
        </p:nvSpPr>
        <p:spPr>
          <a:xfrm>
            <a:off x="457200" y="731520"/>
            <a:ext cx="4572000" cy="114300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Whiteboard and</a:t>
            </a:r>
            <a:endParaRPr lang="en-US" sz="3200" dirty="0"/>
          </a:p>
          <a:p>
            <a:pPr indent="0" marL="0">
              <a:buNone/>
            </a:pPr>
            <a:r>
              <a:rPr lang="en-US" sz="3200" b="1" dirty="0">
                <a:solidFill>
                  <a:srgbClr val="FFFFFF"/>
                </a:solidFill>
                <a:latin typeface="Calibri" pitchFamily="34" charset="0"/>
                <a:ea typeface="Calibri" pitchFamily="34" charset="-122"/>
                <a:cs typeface="Calibri" pitchFamily="34" charset="-120"/>
              </a:rPr>
              <a:t>calculator at hand</a:t>
            </a:r>
            <a:endParaRPr lang="en-US" sz="3200" dirty="0"/>
          </a:p>
        </p:txBody>
      </p:sp>
      <p:sp>
        <p:nvSpPr>
          <p:cNvPr id="14" name="Shape 11"/>
          <p:cNvSpPr/>
          <p:nvPr/>
        </p:nvSpPr>
        <p:spPr>
          <a:xfrm>
            <a:off x="457200" y="2011680"/>
            <a:ext cx="420624" cy="420624"/>
          </a:xfrm>
          <a:prstGeom prst="roundRect">
            <a:avLst>
              <a:gd name="adj" fmla="val 21739"/>
            </a:avLst>
          </a:prstGeom>
          <a:solidFill>
            <a:srgbClr val="E63946"/>
          </a:solidFill>
          <a:ln/>
        </p:spPr>
      </p:sp>
      <p:pic>
        <p:nvPicPr>
          <p:cNvPr id="15" name="Image 1" descr="img/es_ic_11.png">    </p:cNvPr>
          <p:cNvPicPr>
            <a:picLocks noChangeAspect="1"/>
          </p:cNvPicPr>
          <p:nvPr/>
        </p:nvPicPr>
        <p:blipFill>
          <a:blip r:embed="rId2"/>
          <a:stretch>
            <a:fillRect/>
          </a:stretch>
        </p:blipFill>
        <p:spPr>
          <a:xfrm>
            <a:off x="548640" y="2103120"/>
            <a:ext cx="237744" cy="237744"/>
          </a:xfrm>
          <a:prstGeom prst="rect">
            <a:avLst/>
          </a:prstGeom>
        </p:spPr>
      </p:pic>
      <p:sp>
        <p:nvSpPr>
          <p:cNvPr id="16" name="Text 12"/>
          <p:cNvSpPr txBox="1"/>
          <p:nvPr/>
        </p:nvSpPr>
        <p:spPr>
          <a:xfrm>
            <a:off x="1024128" y="1975104"/>
            <a:ext cx="3931920" cy="512064"/>
          </a:xfrm>
          <a:prstGeom prst="rect">
            <a:avLst/>
          </a:prstGeom>
          <a:noFill/>
          <a:ln/>
        </p:spPr>
        <p:txBody>
          <a:bodyPr wrap="square" lIns="0" tIns="0" rIns="0" bIns="0" rtlCol="0" anchor="ctr"/>
          <a:lstStyle/>
          <a:p>
            <a:pPr indent="0" marL="0">
              <a:buNone/>
            </a:pPr>
            <a:r>
              <a:rPr lang="en-US" sz="1500" b="1" dirty="0">
                <a:solidFill>
                  <a:srgbClr val="FFD23F"/>
                </a:solidFill>
                <a:latin typeface="Calibri" pitchFamily="34" charset="0"/>
                <a:ea typeface="Calibri" pitchFamily="34" charset="-122"/>
                <a:cs typeface="Calibri" pitchFamily="34" charset="-120"/>
              </a:rPr>
              <a:t>Whiteboard</a:t>
            </a:r>
            <a:pPr indent="0" marL="0">
              <a:buNone/>
            </a:pPr>
            <a:r>
              <a:rPr lang="en-US" sz="1500" dirty="0">
                <a:solidFill>
                  <a:srgbClr val="FFFFFF"/>
                </a:solidFill>
                <a:latin typeface="Calibri" pitchFamily="34" charset="0"/>
                <a:ea typeface="Calibri" pitchFamily="34" charset="-122"/>
                <a:cs typeface="Calibri" pitchFamily="34" charset="-120"/>
              </a:rPr>
              <a:t>: the whole screen becomes a board</a:t>
            </a:r>
            <a:endParaRPr lang="en-US" sz="1500" dirty="0"/>
          </a:p>
        </p:txBody>
      </p:sp>
      <p:sp>
        <p:nvSpPr>
          <p:cNvPr id="17" name="Shape 13"/>
          <p:cNvSpPr/>
          <p:nvPr/>
        </p:nvSpPr>
        <p:spPr>
          <a:xfrm>
            <a:off x="457200" y="2615184"/>
            <a:ext cx="420624" cy="420624"/>
          </a:xfrm>
          <a:prstGeom prst="roundRect">
            <a:avLst>
              <a:gd name="adj" fmla="val 21739"/>
            </a:avLst>
          </a:prstGeom>
          <a:solidFill>
            <a:srgbClr val="E0A800"/>
          </a:solidFill>
          <a:ln/>
        </p:spPr>
      </p:sp>
      <p:pic>
        <p:nvPicPr>
          <p:cNvPr id="18" name="Image 2" descr="img/es_ic_12.png">    </p:cNvPr>
          <p:cNvPicPr>
            <a:picLocks noChangeAspect="1"/>
          </p:cNvPicPr>
          <p:nvPr/>
        </p:nvPicPr>
        <p:blipFill>
          <a:blip r:embed="rId3"/>
          <a:stretch>
            <a:fillRect/>
          </a:stretch>
        </p:blipFill>
        <p:spPr>
          <a:xfrm>
            <a:off x="548640" y="2706624"/>
            <a:ext cx="237744" cy="237744"/>
          </a:xfrm>
          <a:prstGeom prst="rect">
            <a:avLst/>
          </a:prstGeom>
        </p:spPr>
      </p:pic>
      <p:sp>
        <p:nvSpPr>
          <p:cNvPr id="19" name="Text 14"/>
          <p:cNvSpPr txBox="1"/>
          <p:nvPr/>
        </p:nvSpPr>
        <p:spPr>
          <a:xfrm>
            <a:off x="1024128" y="2578608"/>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a:t>
            </a:r>
            <a:pPr indent="0" marL="0">
              <a:buNone/>
            </a:pPr>
            <a:r>
              <a:rPr lang="en-US" sz="1500" b="1" dirty="0">
                <a:solidFill>
                  <a:srgbClr val="FFD23F"/>
                </a:solidFill>
                <a:latin typeface="Calibri" pitchFamily="34" charset="0"/>
                <a:ea typeface="Calibri" pitchFamily="34" charset="-122"/>
                <a:cs typeface="Calibri" pitchFamily="34" charset="-120"/>
              </a:rPr>
              <a:t>basic</a:t>
            </a:r>
            <a:pPr indent="0" marL="0">
              <a:buNone/>
            </a:pPr>
            <a:r>
              <a:rPr lang="en-US" sz="1500" dirty="0">
                <a:solidFill>
                  <a:srgbClr val="FFFFFF"/>
                </a:solidFill>
                <a:latin typeface="Calibri" pitchFamily="34" charset="0"/>
                <a:ea typeface="Calibri" pitchFamily="34" charset="-122"/>
                <a:cs typeface="Calibri" pitchFamily="34" charset="-120"/>
              </a:rPr>
              <a:t> calculator for primary school</a:t>
            </a:r>
            <a:endParaRPr lang="en-US" sz="1500" dirty="0"/>
          </a:p>
        </p:txBody>
      </p:sp>
      <p:sp>
        <p:nvSpPr>
          <p:cNvPr id="20" name="Shape 15"/>
          <p:cNvSpPr/>
          <p:nvPr/>
        </p:nvSpPr>
        <p:spPr>
          <a:xfrm>
            <a:off x="457200" y="3218688"/>
            <a:ext cx="420624" cy="420624"/>
          </a:xfrm>
          <a:prstGeom prst="roundRect">
            <a:avLst>
              <a:gd name="adj" fmla="val 21739"/>
            </a:avLst>
          </a:prstGeom>
          <a:solidFill>
            <a:srgbClr val="2A9D8F"/>
          </a:solidFill>
          <a:ln/>
        </p:spPr>
      </p:sp>
      <p:pic>
        <p:nvPicPr>
          <p:cNvPr id="21" name="Image 3" descr="img/es_ic_13.png">    </p:cNvPr>
          <p:cNvPicPr>
            <a:picLocks noChangeAspect="1"/>
          </p:cNvPicPr>
          <p:nvPr/>
        </p:nvPicPr>
        <p:blipFill>
          <a:blip r:embed="rId4"/>
          <a:stretch>
            <a:fillRect/>
          </a:stretch>
        </p:blipFill>
        <p:spPr>
          <a:xfrm>
            <a:off x="548640" y="3310128"/>
            <a:ext cx="237744" cy="237744"/>
          </a:xfrm>
          <a:prstGeom prst="rect">
            <a:avLst/>
          </a:prstGeom>
        </p:spPr>
      </p:pic>
      <p:sp>
        <p:nvSpPr>
          <p:cNvPr id="22" name="Text 16"/>
          <p:cNvSpPr txBox="1"/>
          <p:nvPr/>
        </p:nvSpPr>
        <p:spPr>
          <a:xfrm>
            <a:off x="1024128" y="3182112"/>
            <a:ext cx="3931920" cy="512064"/>
          </a:xfrm>
          <a:prstGeom prst="rect">
            <a:avLst/>
          </a:prstGeom>
          <a:noFill/>
          <a:ln/>
        </p:spPr>
        <p:txBody>
          <a:bodyPr wrap="square" lIns="0" tIns="0" rIns="0" bIns="0" rtlCol="0" anchor="ctr"/>
          <a:lstStyle/>
          <a:p>
            <a:pPr indent="0" marL="0">
              <a:buNone/>
            </a:pPr>
            <a:r>
              <a:rPr lang="en-US" sz="1500" b="1" dirty="0">
                <a:solidFill>
                  <a:srgbClr val="FFD23F"/>
                </a:solidFill>
                <a:latin typeface="Calibri" pitchFamily="34" charset="0"/>
                <a:ea typeface="Calibri" pitchFamily="34" charset="-122"/>
                <a:cs typeface="Calibri" pitchFamily="34" charset="-120"/>
              </a:rPr>
              <a:t>Scientific</a:t>
            </a:r>
            <a:pPr indent="0" marL="0">
              <a:buNone/>
            </a:pPr>
            <a:r>
              <a:rPr lang="en-US" sz="1500" dirty="0">
                <a:solidFill>
                  <a:srgbClr val="FFFFFF"/>
                </a:solidFill>
                <a:latin typeface="Calibri" pitchFamily="34" charset="0"/>
                <a:ea typeface="Calibri" pitchFamily="34" charset="-122"/>
                <a:cs typeface="Calibri" pitchFamily="34" charset="-120"/>
              </a:rPr>
              <a:t> and… </a:t>
            </a:r>
            <a:pPr indent="0" marL="0">
              <a:buNone/>
            </a:pPr>
            <a:r>
              <a:rPr lang="en-US" sz="1500" b="1" dirty="0">
                <a:solidFill>
                  <a:srgbClr val="FFD23F"/>
                </a:solidFill>
                <a:latin typeface="Calibri" pitchFamily="34" charset="0"/>
                <a:ea typeface="Calibri" pitchFamily="34" charset="-122"/>
                <a:cs typeface="Calibri" pitchFamily="34" charset="-120"/>
              </a:rPr>
              <a:t>alien</a:t>
            </a:r>
            <a:pPr indent="0" marL="0">
              <a:buNone/>
            </a:pPr>
            <a:r>
              <a:rPr lang="en-US" sz="1500" dirty="0">
                <a:solidFill>
                  <a:srgbClr val="FFFFFF"/>
                </a:solidFill>
                <a:latin typeface="Calibri" pitchFamily="34" charset="0"/>
                <a:ea typeface="Calibri" pitchFamily="34" charset="-122"/>
                <a:cs typeface="Calibri" pitchFamily="34" charset="-120"/>
              </a:rPr>
              <a:t> 👽</a:t>
            </a:r>
            <a:endParaRPr lang="en-US" sz="1500" dirty="0"/>
          </a:p>
        </p:txBody>
      </p:sp>
      <p:sp>
        <p:nvSpPr>
          <p:cNvPr id="23" name="Shape 17"/>
          <p:cNvSpPr/>
          <p:nvPr/>
        </p:nvSpPr>
        <p:spPr>
          <a:xfrm rot="-300000">
            <a:off x="5120640" y="91440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24" name="Image 4" descr="img/es_pizarra.jpg">    </p:cNvPr>
          <p:cNvPicPr>
            <a:picLocks noChangeAspect="1"/>
          </p:cNvPicPr>
          <p:nvPr/>
        </p:nvPicPr>
        <p:blipFill>
          <a:blip r:embed="rId5"/>
          <a:srcRect l="0" r="0" t="0" b="0"/>
          <a:stretch/>
        </p:blipFill>
        <p:spPr>
          <a:xfrm rot="-300000">
            <a:off x="5175504" y="969264"/>
            <a:ext cx="1399032" cy="2907792"/>
          </a:xfrm>
          <a:prstGeom prst="rect">
            <a:avLst/>
          </a:prstGeom>
        </p:spPr>
      </p:pic>
      <p:sp>
        <p:nvSpPr>
          <p:cNvPr id="25" name="Shape 18"/>
          <p:cNvSpPr/>
          <p:nvPr/>
        </p:nvSpPr>
        <p:spPr>
          <a:xfrm rot="300000">
            <a:off x="7132320" y="96012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26" name="Image 5" descr="img/es_calc_basica.jpg">    </p:cNvPr>
          <p:cNvPicPr>
            <a:picLocks noChangeAspect="1"/>
          </p:cNvPicPr>
          <p:nvPr/>
        </p:nvPicPr>
        <p:blipFill>
          <a:blip r:embed="rId6"/>
          <a:srcRect l="0" r="0" t="0" b="0"/>
          <a:stretch/>
        </p:blipFill>
        <p:spPr>
          <a:xfrm rot="300000">
            <a:off x="7187184" y="1014984"/>
            <a:ext cx="1399032" cy="2907792"/>
          </a:xfrm>
          <a:prstGeom prst="rect">
            <a:avLst/>
          </a:prstGeom>
        </p:spPr>
      </p:pic>
      <p:sp>
        <p:nvSpPr>
          <p:cNvPr id="27" name="Shape 19"/>
          <p:cNvSpPr/>
          <p:nvPr/>
        </p:nvSpPr>
        <p:spPr>
          <a:xfrm rot="-120000">
            <a:off x="6126480" y="114300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28" name="Image 6" descr="img/es_calc_alien.jpg">    </p:cNvPr>
          <p:cNvPicPr>
            <a:picLocks noChangeAspect="1"/>
          </p:cNvPicPr>
          <p:nvPr/>
        </p:nvPicPr>
        <p:blipFill>
          <a:blip r:embed="rId7"/>
          <a:srcRect l="0" r="0" t="0" b="0"/>
          <a:stretch/>
        </p:blipFill>
        <p:spPr>
          <a:xfrm rot="-120000">
            <a:off x="6181344" y="1197864"/>
            <a:ext cx="1399032" cy="2907792"/>
          </a:xfrm>
          <a:prstGeom prst="rect">
            <a:avLst/>
          </a:prstGeom>
        </p:spPr>
      </p:pic>
      <p:sp>
        <p:nvSpPr>
          <p:cNvPr id="29" name="Shape 20"/>
          <p:cNvSpPr/>
          <p:nvPr/>
        </p:nvSpPr>
        <p:spPr>
          <a:xfrm>
            <a:off x="274320" y="4901184"/>
            <a:ext cx="529285" cy="128016"/>
          </a:xfrm>
          <a:prstGeom prst="rect">
            <a:avLst/>
          </a:prstGeom>
          <a:solidFill>
            <a:srgbClr val="E63946"/>
          </a:solidFill>
          <a:ln/>
        </p:spPr>
      </p:sp>
      <p:sp>
        <p:nvSpPr>
          <p:cNvPr id="30" name="Shape 21"/>
          <p:cNvSpPr/>
          <p:nvPr/>
        </p:nvSpPr>
        <p:spPr>
          <a:xfrm>
            <a:off x="840181" y="4869180"/>
            <a:ext cx="1052170" cy="160020"/>
          </a:xfrm>
          <a:prstGeom prst="rect">
            <a:avLst/>
          </a:prstGeom>
          <a:solidFill>
            <a:srgbClr val="F28C1B"/>
          </a:solidFill>
          <a:ln/>
        </p:spPr>
      </p:sp>
      <p:sp>
        <p:nvSpPr>
          <p:cNvPr id="31" name="Shape 22"/>
          <p:cNvSpPr/>
          <p:nvPr/>
        </p:nvSpPr>
        <p:spPr>
          <a:xfrm>
            <a:off x="1928927" y="4837176"/>
            <a:ext cx="994867" cy="192024"/>
          </a:xfrm>
          <a:prstGeom prst="rect">
            <a:avLst/>
          </a:prstGeom>
          <a:solidFill>
            <a:srgbClr val="E0A800"/>
          </a:solidFill>
          <a:ln/>
        </p:spPr>
      </p:sp>
      <p:sp>
        <p:nvSpPr>
          <p:cNvPr id="32" name="Shape 23"/>
          <p:cNvSpPr/>
          <p:nvPr/>
        </p:nvSpPr>
        <p:spPr>
          <a:xfrm>
            <a:off x="2960370" y="4805172"/>
            <a:ext cx="1023518" cy="224028"/>
          </a:xfrm>
          <a:prstGeom prst="rect">
            <a:avLst/>
          </a:prstGeom>
          <a:solidFill>
            <a:srgbClr val="6FA80F"/>
          </a:solidFill>
          <a:ln/>
        </p:spPr>
      </p:sp>
      <p:sp>
        <p:nvSpPr>
          <p:cNvPr id="33" name="Shape 24"/>
          <p:cNvSpPr/>
          <p:nvPr/>
        </p:nvSpPr>
        <p:spPr>
          <a:xfrm>
            <a:off x="4020464" y="4773168"/>
            <a:ext cx="1116635" cy="256032"/>
          </a:xfrm>
          <a:prstGeom prst="rect">
            <a:avLst/>
          </a:prstGeom>
          <a:solidFill>
            <a:srgbClr val="2A9D8F"/>
          </a:solidFill>
          <a:ln/>
        </p:spPr>
      </p:sp>
      <p:sp>
        <p:nvSpPr>
          <p:cNvPr id="34" name="Shape 25"/>
          <p:cNvSpPr/>
          <p:nvPr/>
        </p:nvSpPr>
        <p:spPr>
          <a:xfrm>
            <a:off x="5173675" y="4741164"/>
            <a:ext cx="686867" cy="288036"/>
          </a:xfrm>
          <a:prstGeom prst="rect">
            <a:avLst/>
          </a:prstGeom>
          <a:solidFill>
            <a:srgbClr val="00A6ED"/>
          </a:solidFill>
          <a:ln/>
        </p:spPr>
      </p:sp>
      <p:sp>
        <p:nvSpPr>
          <p:cNvPr id="35" name="Shape 26"/>
          <p:cNvSpPr/>
          <p:nvPr/>
        </p:nvSpPr>
        <p:spPr>
          <a:xfrm>
            <a:off x="5453101" y="4585716"/>
            <a:ext cx="128016" cy="109728"/>
          </a:xfrm>
          <a:prstGeom prst="triangle">
            <a:avLst/>
          </a:prstGeom>
          <a:solidFill>
            <a:srgbClr val="FFD23F"/>
          </a:solidFill>
          <a:ln/>
        </p:spPr>
      </p:sp>
      <p:sp>
        <p:nvSpPr>
          <p:cNvPr id="36" name="Shape 27"/>
          <p:cNvSpPr/>
          <p:nvPr/>
        </p:nvSpPr>
        <p:spPr>
          <a:xfrm>
            <a:off x="5897118" y="4709160"/>
            <a:ext cx="1059332" cy="320040"/>
          </a:xfrm>
          <a:prstGeom prst="rect">
            <a:avLst/>
          </a:prstGeom>
          <a:solidFill>
            <a:srgbClr val="2A3F6B"/>
          </a:solidFill>
          <a:ln/>
        </p:spPr>
      </p:sp>
      <p:sp>
        <p:nvSpPr>
          <p:cNvPr id="37" name="Shape 28"/>
          <p:cNvSpPr/>
          <p:nvPr/>
        </p:nvSpPr>
        <p:spPr>
          <a:xfrm>
            <a:off x="6993026" y="4677156"/>
            <a:ext cx="966216" cy="352044"/>
          </a:xfrm>
          <a:prstGeom prst="rect">
            <a:avLst/>
          </a:prstGeom>
          <a:solidFill>
            <a:srgbClr val="2A3F6B"/>
          </a:solidFill>
          <a:ln/>
        </p:spPr>
      </p:sp>
      <p:sp>
        <p:nvSpPr>
          <p:cNvPr id="38" name="Shape 29"/>
          <p:cNvSpPr/>
          <p:nvPr/>
        </p:nvSpPr>
        <p:spPr>
          <a:xfrm>
            <a:off x="7995818" y="4645152"/>
            <a:ext cx="572262" cy="384048"/>
          </a:xfrm>
          <a:prstGeom prst="rect">
            <a:avLst/>
          </a:prstGeom>
          <a:solidFill>
            <a:srgbClr val="2A3F6B"/>
          </a:solidFill>
          <a:ln/>
        </p:spPr>
      </p:sp>
      <p:sp>
        <p:nvSpPr>
          <p:cNvPr id="39" name="Shape 30"/>
          <p:cNvSpPr/>
          <p:nvPr/>
        </p:nvSpPr>
        <p:spPr>
          <a:xfrm>
            <a:off x="8604656" y="4613148"/>
            <a:ext cx="228448" cy="416052"/>
          </a:xfrm>
          <a:prstGeom prst="rect">
            <a:avLst/>
          </a:prstGeom>
          <a:solidFill>
            <a:srgbClr val="2A3F6B"/>
          </a:solidFill>
          <a:ln/>
        </p:spPr>
      </p:sp>
      <p:sp>
        <p:nvSpPr>
          <p:cNvPr id="40" name="Text 31"/>
          <p:cNvSpPr txBox="1"/>
          <p:nvPr/>
        </p:nvSpPr>
        <p:spPr>
          <a:xfrm>
            <a:off x="6583680" y="164592"/>
            <a:ext cx="2286000" cy="274320"/>
          </a:xfrm>
          <a:prstGeom prst="rect">
            <a:avLst/>
          </a:prstGeom>
          <a:noFill/>
          <a:ln/>
        </p:spPr>
        <p:txBody>
          <a:bodyPr wrap="square" lIns="0" tIns="0" rIns="0" bIns="0" rtlCol="0" anchor="ctr"/>
          <a:lstStyle/>
          <a:p>
            <a:pPr algn="r" indent="0" marL="0">
              <a:buNone/>
            </a:pPr>
            <a:r>
              <a:rPr lang="en-US" sz="1100" dirty="0">
                <a:solidFill>
                  <a:srgbClr val="9FB3D9"/>
                </a:solidFill>
                <a:latin typeface="Calibri" pitchFamily="34" charset="0"/>
                <a:ea typeface="Calibri" pitchFamily="34" charset="-122"/>
                <a:cs typeface="Calibri" pitchFamily="34" charset="-120"/>
              </a:rPr>
              <a:t>6 / 10 · Tools</a:t>
            </a:r>
            <a:endParaRPr lang="en-US" sz="1100" dirty="0"/>
          </a:p>
        </p:txBody>
      </p:sp>
    </p:spTree>
  </p:cSld>
  <p:clrMapOvr>
    <a:masterClrMapping/>
  </p:clrMapOvr>
  <p:transition spd="med" advClick="1" advTm="10100">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E40"/>
        </a:solidFill>
      </p:bgPr>
    </p:bg>
    <p:spTree>
      <p:nvGrpSpPr>
        <p:cNvPr id="1" name=""/>
        <p:cNvGrpSpPr/>
        <p:nvPr/>
      </p:nvGrpSpPr>
      <p:grpSpPr>
        <a:xfrm>
          <a:off x="0" y="0"/>
          <a:ext cx="0" cy="0"/>
          <a:chOff x="0" y="0"/>
          <a:chExt cx="0" cy="0"/>
        </a:xfrm>
      </p:grpSpPr>
      <p:sp>
        <p:nvSpPr>
          <p:cNvPr id="2" name="Text 0"/>
          <p:cNvSpPr txBox="1"/>
          <p:nvPr/>
        </p:nvSpPr>
        <p:spPr>
          <a:xfrm>
            <a:off x="2121408" y="3319272"/>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3" name="Text 1"/>
          <p:cNvSpPr txBox="1"/>
          <p:nvPr/>
        </p:nvSpPr>
        <p:spPr>
          <a:xfrm>
            <a:off x="3008376" y="676656"/>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4" name="Text 2"/>
          <p:cNvSpPr txBox="1"/>
          <p:nvPr/>
        </p:nvSpPr>
        <p:spPr>
          <a:xfrm>
            <a:off x="3895344" y="1874520"/>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5" name="Text 3"/>
          <p:cNvSpPr txBox="1"/>
          <p:nvPr/>
        </p:nvSpPr>
        <p:spPr>
          <a:xfrm>
            <a:off x="4782312" y="3072384"/>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5669280" y="429768"/>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π</a:t>
            </a:r>
            <a:endParaRPr lang="en-US" sz="3400" dirty="0"/>
          </a:p>
        </p:txBody>
      </p:sp>
      <p:sp>
        <p:nvSpPr>
          <p:cNvPr id="7" name="Text 5"/>
          <p:cNvSpPr txBox="1"/>
          <p:nvPr/>
        </p:nvSpPr>
        <p:spPr>
          <a:xfrm>
            <a:off x="6556248" y="1627632"/>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8" name="Text 6"/>
          <p:cNvSpPr txBox="1"/>
          <p:nvPr/>
        </p:nvSpPr>
        <p:spPr>
          <a:xfrm>
            <a:off x="7443216" y="2825496"/>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Σ</a:t>
            </a:r>
            <a:endParaRPr lang="en-US" sz="2600" dirty="0"/>
          </a:p>
        </p:txBody>
      </p:sp>
      <p:sp>
        <p:nvSpPr>
          <p:cNvPr id="9" name="Text 7"/>
          <p:cNvSpPr txBox="1"/>
          <p:nvPr/>
        </p:nvSpPr>
        <p:spPr>
          <a:xfrm>
            <a:off x="8330184" y="4023360"/>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10" name="Text 8"/>
          <p:cNvSpPr txBox="1"/>
          <p:nvPr/>
        </p:nvSpPr>
        <p:spPr>
          <a:xfrm>
            <a:off x="621792" y="1380744"/>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11" name="Text 9"/>
          <p:cNvSpPr txBox="1"/>
          <p:nvPr/>
        </p:nvSpPr>
        <p:spPr>
          <a:xfrm>
            <a:off x="1508760" y="2578608"/>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½</a:t>
            </a:r>
            <a:endParaRPr lang="en-US" sz="2600" dirty="0"/>
          </a:p>
        </p:txBody>
      </p:sp>
      <p:pic>
        <p:nvPicPr>
          <p:cNvPr id="12" name="Image 0" descr="img/logo_solaris_oscuro.png">    </p:cNvPr>
          <p:cNvPicPr>
            <a:picLocks noChangeAspect="1"/>
          </p:cNvPicPr>
          <p:nvPr/>
        </p:nvPicPr>
        <p:blipFill>
          <a:blip r:embed="rId1"/>
          <a:stretch>
            <a:fillRect/>
          </a:stretch>
        </p:blipFill>
        <p:spPr>
          <a:xfrm>
            <a:off x="228600" y="109728"/>
            <a:ext cx="566928" cy="566928"/>
          </a:xfrm>
          <a:prstGeom prst="rect">
            <a:avLst/>
          </a:prstGeom>
        </p:spPr>
      </p:pic>
      <p:sp>
        <p:nvSpPr>
          <p:cNvPr id="13" name="Text 10"/>
          <p:cNvSpPr txBox="1"/>
          <p:nvPr/>
        </p:nvSpPr>
        <p:spPr>
          <a:xfrm>
            <a:off x="457200" y="731520"/>
            <a:ext cx="4572000" cy="114300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Alien</a:t>
            </a:r>
            <a:endParaRPr lang="en-US" sz="3200" dirty="0"/>
          </a:p>
          <a:p>
            <a:pPr indent="0" marL="0">
              <a:buNone/>
            </a:pPr>
            <a:r>
              <a:rPr lang="en-US" sz="3200" b="1" dirty="0">
                <a:solidFill>
                  <a:srgbClr val="FFFFFF"/>
                </a:solidFill>
                <a:latin typeface="Calibri" pitchFamily="34" charset="0"/>
                <a:ea typeface="Calibri" pitchFamily="34" charset="-122"/>
                <a:cs typeface="Calibri" pitchFamily="34" charset="-120"/>
              </a:rPr>
              <a:t>mode</a:t>
            </a:r>
            <a:endParaRPr lang="en-US" sz="3200" dirty="0"/>
          </a:p>
        </p:txBody>
      </p:sp>
      <p:sp>
        <p:nvSpPr>
          <p:cNvPr id="14" name="Shape 11"/>
          <p:cNvSpPr/>
          <p:nvPr/>
        </p:nvSpPr>
        <p:spPr>
          <a:xfrm>
            <a:off x="457200" y="2011680"/>
            <a:ext cx="420624" cy="420624"/>
          </a:xfrm>
          <a:prstGeom prst="roundRect">
            <a:avLst>
              <a:gd name="adj" fmla="val 21739"/>
            </a:avLst>
          </a:prstGeom>
          <a:solidFill>
            <a:srgbClr val="6A4C93"/>
          </a:solidFill>
          <a:ln/>
        </p:spPr>
      </p:sp>
      <p:pic>
        <p:nvPicPr>
          <p:cNvPr id="15" name="Image 1" descr="img/es_ic_14.png">    </p:cNvPr>
          <p:cNvPicPr>
            <a:picLocks noChangeAspect="1"/>
          </p:cNvPicPr>
          <p:nvPr/>
        </p:nvPicPr>
        <p:blipFill>
          <a:blip r:embed="rId2"/>
          <a:stretch>
            <a:fillRect/>
          </a:stretch>
        </p:blipFill>
        <p:spPr>
          <a:xfrm>
            <a:off x="548640" y="2103120"/>
            <a:ext cx="237744" cy="237744"/>
          </a:xfrm>
          <a:prstGeom prst="rect">
            <a:avLst/>
          </a:prstGeom>
        </p:spPr>
      </p:pic>
      <p:sp>
        <p:nvSpPr>
          <p:cNvPr id="16" name="Text 12"/>
          <p:cNvSpPr txBox="1"/>
          <p:nvPr/>
        </p:nvSpPr>
        <p:spPr>
          <a:xfrm>
            <a:off x="1024128" y="1975104"/>
            <a:ext cx="3931920" cy="512064"/>
          </a:xfrm>
          <a:prstGeom prst="rect">
            <a:avLst/>
          </a:prstGeom>
          <a:noFill/>
          <a:ln/>
        </p:spPr>
        <p:txBody>
          <a:bodyPr wrap="square" lIns="0" tIns="0" rIns="0" bIns="0" rtlCol="0" anchor="ctr"/>
          <a:lstStyle/>
          <a:p>
            <a:pPr indent="0" marL="0">
              <a:buNone/>
            </a:pPr>
            <a:r>
              <a:rPr lang="en-US" sz="1500" b="1" dirty="0">
                <a:solidFill>
                  <a:srgbClr val="FFD23F"/>
                </a:solidFill>
                <a:latin typeface="Calibri" pitchFamily="34" charset="0"/>
                <a:ea typeface="Calibri" pitchFamily="34" charset="-122"/>
                <a:cs typeface="Calibri" pitchFamily="34" charset="-120"/>
              </a:rPr>
              <a:t>Derivatives with steps</a:t>
            </a:r>
            <a:pPr indent="0" marL="0">
              <a:buNone/>
            </a:pPr>
            <a:r>
              <a:rPr lang="en-US" sz="1500" dirty="0">
                <a:solidFill>
                  <a:srgbClr val="FFFFFF"/>
                </a:solidFill>
                <a:latin typeface="Calibri" pitchFamily="34" charset="0"/>
                <a:ea typeface="Calibri" pitchFamily="34" charset="-122"/>
                <a:cs typeface="Calibri" pitchFamily="34" charset="-120"/>
              </a:rPr>
              <a:t>: every rule explained</a:t>
            </a:r>
            <a:endParaRPr lang="en-US" sz="1500" dirty="0"/>
          </a:p>
        </p:txBody>
      </p:sp>
      <p:sp>
        <p:nvSpPr>
          <p:cNvPr id="17" name="Shape 13"/>
          <p:cNvSpPr/>
          <p:nvPr/>
        </p:nvSpPr>
        <p:spPr>
          <a:xfrm>
            <a:off x="457200" y="2615184"/>
            <a:ext cx="420624" cy="420624"/>
          </a:xfrm>
          <a:prstGeom prst="roundRect">
            <a:avLst>
              <a:gd name="adj" fmla="val 21739"/>
            </a:avLst>
          </a:prstGeom>
          <a:solidFill>
            <a:srgbClr val="E63946"/>
          </a:solidFill>
          <a:ln/>
        </p:spPr>
      </p:sp>
      <p:pic>
        <p:nvPicPr>
          <p:cNvPr id="18" name="Image 2" descr="img/es_ic_15.png">    </p:cNvPr>
          <p:cNvPicPr>
            <a:picLocks noChangeAspect="1"/>
          </p:cNvPicPr>
          <p:nvPr/>
        </p:nvPicPr>
        <p:blipFill>
          <a:blip r:embed="rId3"/>
          <a:stretch>
            <a:fillRect/>
          </a:stretch>
        </p:blipFill>
        <p:spPr>
          <a:xfrm>
            <a:off x="548640" y="2706624"/>
            <a:ext cx="237744" cy="237744"/>
          </a:xfrm>
          <a:prstGeom prst="rect">
            <a:avLst/>
          </a:prstGeom>
        </p:spPr>
      </p:pic>
      <p:sp>
        <p:nvSpPr>
          <p:cNvPr id="19" name="Text 14"/>
          <p:cNvSpPr txBox="1"/>
          <p:nvPr/>
        </p:nvSpPr>
        <p:spPr>
          <a:xfrm>
            <a:off x="1024128" y="2578608"/>
            <a:ext cx="3931920" cy="512064"/>
          </a:xfrm>
          <a:prstGeom prst="rect">
            <a:avLst/>
          </a:prstGeom>
          <a:noFill/>
          <a:ln/>
        </p:spPr>
        <p:txBody>
          <a:bodyPr wrap="square" lIns="0" tIns="0" rIns="0" bIns="0" rtlCol="0" anchor="ctr"/>
          <a:lstStyle/>
          <a:p>
            <a:pPr indent="0" marL="0">
              <a:buNone/>
            </a:pPr>
            <a:r>
              <a:rPr lang="en-US" sz="1500" b="1" dirty="0">
                <a:solidFill>
                  <a:srgbClr val="FFD23F"/>
                </a:solidFill>
                <a:latin typeface="Calibri" pitchFamily="34" charset="0"/>
                <a:ea typeface="Calibri" pitchFamily="34" charset="-122"/>
                <a:cs typeface="Calibri" pitchFamily="34" charset="-120"/>
              </a:rPr>
              <a:t>Graphs</a:t>
            </a:r>
            <a:pPr indent="0" marL="0">
              <a:buNone/>
            </a:pPr>
            <a:r>
              <a:rPr lang="en-US" sz="1500" dirty="0">
                <a:solidFill>
                  <a:srgbClr val="FFFFFF"/>
                </a:solidFill>
                <a:latin typeface="Calibri" pitchFamily="34" charset="0"/>
                <a:ea typeface="Calibri" pitchFamily="34" charset="-122"/>
                <a:cs typeface="Calibri" pitchFamily="34" charset="-120"/>
              </a:rPr>
              <a:t> with crossings, maximums and minimums</a:t>
            </a:r>
            <a:endParaRPr lang="en-US" sz="1500" dirty="0"/>
          </a:p>
        </p:txBody>
      </p:sp>
      <p:sp>
        <p:nvSpPr>
          <p:cNvPr id="20" name="Shape 15"/>
          <p:cNvSpPr/>
          <p:nvPr/>
        </p:nvSpPr>
        <p:spPr>
          <a:xfrm>
            <a:off x="457200" y="3218688"/>
            <a:ext cx="420624" cy="420624"/>
          </a:xfrm>
          <a:prstGeom prst="roundRect">
            <a:avLst>
              <a:gd name="adj" fmla="val 21739"/>
            </a:avLst>
          </a:prstGeom>
          <a:solidFill>
            <a:srgbClr val="00A6ED"/>
          </a:solidFill>
          <a:ln/>
        </p:spPr>
      </p:sp>
      <p:pic>
        <p:nvPicPr>
          <p:cNvPr id="21" name="Image 3" descr="img/es_ic_16.png">    </p:cNvPr>
          <p:cNvPicPr>
            <a:picLocks noChangeAspect="1"/>
          </p:cNvPicPr>
          <p:nvPr/>
        </p:nvPicPr>
        <p:blipFill>
          <a:blip r:embed="rId4"/>
          <a:stretch>
            <a:fillRect/>
          </a:stretch>
        </p:blipFill>
        <p:spPr>
          <a:xfrm>
            <a:off x="548640" y="3310128"/>
            <a:ext cx="237744" cy="237744"/>
          </a:xfrm>
          <a:prstGeom prst="rect">
            <a:avLst/>
          </a:prstGeom>
        </p:spPr>
      </p:pic>
      <p:sp>
        <p:nvSpPr>
          <p:cNvPr id="22" name="Text 16"/>
          <p:cNvSpPr txBox="1"/>
          <p:nvPr/>
        </p:nvSpPr>
        <p:spPr>
          <a:xfrm>
            <a:off x="1024128" y="3182112"/>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3D </a:t>
            </a:r>
            <a:pPr indent="0" marL="0">
              <a:buNone/>
            </a:pPr>
            <a:r>
              <a:rPr lang="en-US" sz="1500" b="1" dirty="0">
                <a:solidFill>
                  <a:srgbClr val="FFD23F"/>
                </a:solidFill>
                <a:latin typeface="Calibri" pitchFamily="34" charset="0"/>
                <a:ea typeface="Calibri" pitchFamily="34" charset="-122"/>
                <a:cs typeface="Calibri" pitchFamily="34" charset="-120"/>
              </a:rPr>
              <a:t>solids of revolution</a:t>
            </a:r>
            <a:endParaRPr lang="en-US" sz="1500" dirty="0"/>
          </a:p>
        </p:txBody>
      </p:sp>
      <p:sp>
        <p:nvSpPr>
          <p:cNvPr id="23" name="Shape 17"/>
          <p:cNvSpPr/>
          <p:nvPr/>
        </p:nvSpPr>
        <p:spPr>
          <a:xfrm>
            <a:off x="457200" y="3822192"/>
            <a:ext cx="420624" cy="420624"/>
          </a:xfrm>
          <a:prstGeom prst="roundRect">
            <a:avLst>
              <a:gd name="adj" fmla="val 21739"/>
            </a:avLst>
          </a:prstGeom>
          <a:solidFill>
            <a:srgbClr val="C0399F"/>
          </a:solidFill>
          <a:ln/>
        </p:spPr>
      </p:sp>
      <p:pic>
        <p:nvPicPr>
          <p:cNvPr id="24" name="Image 4" descr="img/es_ic_17.png">    </p:cNvPr>
          <p:cNvPicPr>
            <a:picLocks noChangeAspect="1"/>
          </p:cNvPicPr>
          <p:nvPr/>
        </p:nvPicPr>
        <p:blipFill>
          <a:blip r:embed="rId5"/>
          <a:stretch>
            <a:fillRect/>
          </a:stretch>
        </p:blipFill>
        <p:spPr>
          <a:xfrm>
            <a:off x="548640" y="3913632"/>
            <a:ext cx="237744" cy="237744"/>
          </a:xfrm>
          <a:prstGeom prst="rect">
            <a:avLst/>
          </a:prstGeom>
        </p:spPr>
      </p:pic>
      <p:sp>
        <p:nvSpPr>
          <p:cNvPr id="25" name="Text 18"/>
          <p:cNvSpPr txBox="1"/>
          <p:nvPr/>
        </p:nvSpPr>
        <p:spPr>
          <a:xfrm>
            <a:off x="1024128" y="3785616"/>
            <a:ext cx="3931920" cy="512064"/>
          </a:xfrm>
          <a:prstGeom prst="rect">
            <a:avLst/>
          </a:prstGeom>
          <a:noFill/>
          <a:ln/>
        </p:spPr>
        <p:txBody>
          <a:bodyPr wrap="square" lIns="0" tIns="0" rIns="0" bIns="0" rtlCol="0" anchor="ctr"/>
          <a:lstStyle/>
          <a:p>
            <a:pPr indent="0" marL="0">
              <a:buNone/>
            </a:pPr>
            <a:r>
              <a:rPr lang="en-US" sz="1500" b="1" dirty="0">
                <a:solidFill>
                  <a:srgbClr val="FFD23F"/>
                </a:solidFill>
                <a:latin typeface="Calibri" pitchFamily="34" charset="0"/>
                <a:ea typeface="Calibri" pitchFamily="34" charset="-122"/>
                <a:cs typeface="Calibri" pitchFamily="34" charset="-120"/>
              </a:rPr>
              <a:t>Probability</a:t>
            </a:r>
            <a:pPr indent="0" marL="0">
              <a:buNone/>
            </a:pPr>
            <a:r>
              <a:rPr lang="en-US" sz="1500" dirty="0">
                <a:solidFill>
                  <a:srgbClr val="FFFFFF"/>
                </a:solidFill>
                <a:latin typeface="Calibri" pitchFamily="34" charset="0"/>
                <a:ea typeface="Calibri" pitchFamily="34" charset="-122"/>
                <a:cs typeface="Calibri" pitchFamily="34" charset="-120"/>
              </a:rPr>
              <a:t> with the normal curve</a:t>
            </a:r>
            <a:endParaRPr lang="en-US" sz="1500" dirty="0"/>
          </a:p>
        </p:txBody>
      </p:sp>
      <p:sp>
        <p:nvSpPr>
          <p:cNvPr id="26" name="Shape 19"/>
          <p:cNvSpPr/>
          <p:nvPr/>
        </p:nvSpPr>
        <p:spPr>
          <a:xfrm rot="-240000">
            <a:off x="5120640" y="86868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27" name="Image 5" descr="img/es_derivada.jpg">    </p:cNvPr>
          <p:cNvPicPr>
            <a:picLocks noChangeAspect="1"/>
          </p:cNvPicPr>
          <p:nvPr/>
        </p:nvPicPr>
        <p:blipFill>
          <a:blip r:embed="rId6"/>
          <a:srcRect l="0" r="0" t="0" b="0"/>
          <a:stretch/>
        </p:blipFill>
        <p:spPr>
          <a:xfrm rot="-240000">
            <a:off x="5175504" y="923544"/>
            <a:ext cx="1399032" cy="2907792"/>
          </a:xfrm>
          <a:prstGeom prst="rect">
            <a:avLst/>
          </a:prstGeom>
        </p:spPr>
      </p:pic>
      <p:sp>
        <p:nvSpPr>
          <p:cNvPr id="28" name="Shape 20"/>
          <p:cNvSpPr/>
          <p:nvPr/>
        </p:nvSpPr>
        <p:spPr>
          <a:xfrm rot="240000">
            <a:off x="7086600" y="91440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29" name="Image 6" descr="img/es_solidos.jpg">    </p:cNvPr>
          <p:cNvPicPr>
            <a:picLocks noChangeAspect="1"/>
          </p:cNvPicPr>
          <p:nvPr/>
        </p:nvPicPr>
        <p:blipFill>
          <a:blip r:embed="rId7"/>
          <a:srcRect l="0" r="0" t="0" b="0"/>
          <a:stretch/>
        </p:blipFill>
        <p:spPr>
          <a:xfrm rot="240000">
            <a:off x="7141464" y="969264"/>
            <a:ext cx="1399032" cy="2907792"/>
          </a:xfrm>
          <a:prstGeom prst="rect">
            <a:avLst/>
          </a:prstGeom>
        </p:spPr>
      </p:pic>
      <p:sp>
        <p:nvSpPr>
          <p:cNvPr id="30" name="Shape 21"/>
          <p:cNvSpPr/>
          <p:nvPr/>
        </p:nvSpPr>
        <p:spPr>
          <a:xfrm>
            <a:off x="274320" y="4901184"/>
            <a:ext cx="529285" cy="128016"/>
          </a:xfrm>
          <a:prstGeom prst="rect">
            <a:avLst/>
          </a:prstGeom>
          <a:solidFill>
            <a:srgbClr val="E63946"/>
          </a:solidFill>
          <a:ln/>
        </p:spPr>
      </p:sp>
      <p:sp>
        <p:nvSpPr>
          <p:cNvPr id="31" name="Shape 22"/>
          <p:cNvSpPr/>
          <p:nvPr/>
        </p:nvSpPr>
        <p:spPr>
          <a:xfrm>
            <a:off x="840181" y="4869180"/>
            <a:ext cx="1052170" cy="160020"/>
          </a:xfrm>
          <a:prstGeom prst="rect">
            <a:avLst/>
          </a:prstGeom>
          <a:solidFill>
            <a:srgbClr val="F28C1B"/>
          </a:solidFill>
          <a:ln/>
        </p:spPr>
      </p:sp>
      <p:sp>
        <p:nvSpPr>
          <p:cNvPr id="32" name="Shape 23"/>
          <p:cNvSpPr/>
          <p:nvPr/>
        </p:nvSpPr>
        <p:spPr>
          <a:xfrm>
            <a:off x="1928927" y="4837176"/>
            <a:ext cx="994867" cy="192024"/>
          </a:xfrm>
          <a:prstGeom prst="rect">
            <a:avLst/>
          </a:prstGeom>
          <a:solidFill>
            <a:srgbClr val="E0A800"/>
          </a:solidFill>
          <a:ln/>
        </p:spPr>
      </p:sp>
      <p:sp>
        <p:nvSpPr>
          <p:cNvPr id="33" name="Shape 24"/>
          <p:cNvSpPr/>
          <p:nvPr/>
        </p:nvSpPr>
        <p:spPr>
          <a:xfrm>
            <a:off x="2960370" y="4805172"/>
            <a:ext cx="1023518" cy="224028"/>
          </a:xfrm>
          <a:prstGeom prst="rect">
            <a:avLst/>
          </a:prstGeom>
          <a:solidFill>
            <a:srgbClr val="6FA80F"/>
          </a:solidFill>
          <a:ln/>
        </p:spPr>
      </p:sp>
      <p:sp>
        <p:nvSpPr>
          <p:cNvPr id="34" name="Shape 25"/>
          <p:cNvSpPr/>
          <p:nvPr/>
        </p:nvSpPr>
        <p:spPr>
          <a:xfrm>
            <a:off x="4020464" y="4773168"/>
            <a:ext cx="1116635" cy="256032"/>
          </a:xfrm>
          <a:prstGeom prst="rect">
            <a:avLst/>
          </a:prstGeom>
          <a:solidFill>
            <a:srgbClr val="2A9D8F"/>
          </a:solidFill>
          <a:ln/>
        </p:spPr>
      </p:sp>
      <p:sp>
        <p:nvSpPr>
          <p:cNvPr id="35" name="Shape 26"/>
          <p:cNvSpPr/>
          <p:nvPr/>
        </p:nvSpPr>
        <p:spPr>
          <a:xfrm>
            <a:off x="5173675" y="4741164"/>
            <a:ext cx="686867" cy="288036"/>
          </a:xfrm>
          <a:prstGeom prst="rect">
            <a:avLst/>
          </a:prstGeom>
          <a:solidFill>
            <a:srgbClr val="00A6ED"/>
          </a:solidFill>
          <a:ln/>
        </p:spPr>
      </p:sp>
      <p:sp>
        <p:nvSpPr>
          <p:cNvPr id="36" name="Shape 27"/>
          <p:cNvSpPr/>
          <p:nvPr/>
        </p:nvSpPr>
        <p:spPr>
          <a:xfrm>
            <a:off x="5897118" y="4709160"/>
            <a:ext cx="1059332" cy="320040"/>
          </a:xfrm>
          <a:prstGeom prst="rect">
            <a:avLst/>
          </a:prstGeom>
          <a:solidFill>
            <a:srgbClr val="1E5BB8"/>
          </a:solidFill>
          <a:ln/>
        </p:spPr>
      </p:sp>
      <p:sp>
        <p:nvSpPr>
          <p:cNvPr id="37" name="Shape 28"/>
          <p:cNvSpPr/>
          <p:nvPr/>
        </p:nvSpPr>
        <p:spPr>
          <a:xfrm>
            <a:off x="6362776" y="4553712"/>
            <a:ext cx="128016" cy="109728"/>
          </a:xfrm>
          <a:prstGeom prst="triangle">
            <a:avLst/>
          </a:prstGeom>
          <a:solidFill>
            <a:srgbClr val="FFD23F"/>
          </a:solidFill>
          <a:ln/>
        </p:spPr>
      </p:sp>
      <p:sp>
        <p:nvSpPr>
          <p:cNvPr id="38" name="Shape 29"/>
          <p:cNvSpPr/>
          <p:nvPr/>
        </p:nvSpPr>
        <p:spPr>
          <a:xfrm>
            <a:off x="6993026" y="4677156"/>
            <a:ext cx="966216" cy="352044"/>
          </a:xfrm>
          <a:prstGeom prst="rect">
            <a:avLst/>
          </a:prstGeom>
          <a:solidFill>
            <a:srgbClr val="2A3F6B"/>
          </a:solidFill>
          <a:ln/>
        </p:spPr>
      </p:sp>
      <p:sp>
        <p:nvSpPr>
          <p:cNvPr id="39" name="Shape 30"/>
          <p:cNvSpPr/>
          <p:nvPr/>
        </p:nvSpPr>
        <p:spPr>
          <a:xfrm>
            <a:off x="7995818" y="4645152"/>
            <a:ext cx="572262" cy="384048"/>
          </a:xfrm>
          <a:prstGeom prst="rect">
            <a:avLst/>
          </a:prstGeom>
          <a:solidFill>
            <a:srgbClr val="2A3F6B"/>
          </a:solidFill>
          <a:ln/>
        </p:spPr>
      </p:sp>
      <p:sp>
        <p:nvSpPr>
          <p:cNvPr id="40" name="Shape 31"/>
          <p:cNvSpPr/>
          <p:nvPr/>
        </p:nvSpPr>
        <p:spPr>
          <a:xfrm>
            <a:off x="8604656" y="4613148"/>
            <a:ext cx="228448" cy="416052"/>
          </a:xfrm>
          <a:prstGeom prst="rect">
            <a:avLst/>
          </a:prstGeom>
          <a:solidFill>
            <a:srgbClr val="2A3F6B"/>
          </a:solidFill>
          <a:ln/>
        </p:spPr>
      </p:sp>
      <p:sp>
        <p:nvSpPr>
          <p:cNvPr id="41" name="Text 32"/>
          <p:cNvSpPr txBox="1"/>
          <p:nvPr/>
        </p:nvSpPr>
        <p:spPr>
          <a:xfrm>
            <a:off x="6583680" y="164592"/>
            <a:ext cx="2286000" cy="274320"/>
          </a:xfrm>
          <a:prstGeom prst="rect">
            <a:avLst/>
          </a:prstGeom>
          <a:noFill/>
          <a:ln/>
        </p:spPr>
        <p:txBody>
          <a:bodyPr wrap="square" lIns="0" tIns="0" rIns="0" bIns="0" rtlCol="0" anchor="ctr"/>
          <a:lstStyle/>
          <a:p>
            <a:pPr algn="r" indent="0" marL="0">
              <a:buNone/>
            </a:pPr>
            <a:r>
              <a:rPr lang="en-US" sz="1100" dirty="0">
                <a:solidFill>
                  <a:srgbClr val="9FB3D9"/>
                </a:solidFill>
                <a:latin typeface="Calibri" pitchFamily="34" charset="0"/>
                <a:ea typeface="Calibri" pitchFamily="34" charset="-122"/>
                <a:cs typeface="Calibri" pitchFamily="34" charset="-120"/>
              </a:rPr>
              <a:t>7 / 10 · Alien 👽</a:t>
            </a:r>
            <a:endParaRPr lang="en-US" sz="1100" dirty="0"/>
          </a:p>
        </p:txBody>
      </p:sp>
    </p:spTree>
  </p:cSld>
  <p:clrMapOvr>
    <a:masterClrMapping/>
  </p:clrMapOvr>
  <p:transition spd="med" advClick="1" advTm="1530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E40"/>
        </a:solidFill>
      </p:bgPr>
    </p:bg>
    <p:spTree>
      <p:nvGrpSpPr>
        <p:cNvPr id="1" name=""/>
        <p:cNvGrpSpPr/>
        <p:nvPr/>
      </p:nvGrpSpPr>
      <p:grpSpPr>
        <a:xfrm>
          <a:off x="0" y="0"/>
          <a:ext cx="0" cy="0"/>
          <a:chOff x="0" y="0"/>
          <a:chExt cx="0" cy="0"/>
        </a:xfrm>
      </p:grpSpPr>
      <p:sp>
        <p:nvSpPr>
          <p:cNvPr id="2" name="Text 0"/>
          <p:cNvSpPr txBox="1"/>
          <p:nvPr/>
        </p:nvSpPr>
        <p:spPr>
          <a:xfrm>
            <a:off x="2459736" y="3803904"/>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3" name="Text 1"/>
          <p:cNvSpPr txBox="1"/>
          <p:nvPr/>
        </p:nvSpPr>
        <p:spPr>
          <a:xfrm>
            <a:off x="3346704" y="1161288"/>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4" name="Text 2"/>
          <p:cNvSpPr txBox="1"/>
          <p:nvPr/>
        </p:nvSpPr>
        <p:spPr>
          <a:xfrm>
            <a:off x="4233672" y="2359152"/>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5" name="Text 3"/>
          <p:cNvSpPr txBox="1"/>
          <p:nvPr/>
        </p:nvSpPr>
        <p:spPr>
          <a:xfrm>
            <a:off x="5120640" y="3557016"/>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6007608" y="914400"/>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π</a:t>
            </a:r>
            <a:endParaRPr lang="en-US" sz="3400" dirty="0"/>
          </a:p>
        </p:txBody>
      </p:sp>
      <p:sp>
        <p:nvSpPr>
          <p:cNvPr id="7" name="Text 5"/>
          <p:cNvSpPr txBox="1"/>
          <p:nvPr/>
        </p:nvSpPr>
        <p:spPr>
          <a:xfrm>
            <a:off x="6894576" y="2112264"/>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8" name="Text 6"/>
          <p:cNvSpPr txBox="1"/>
          <p:nvPr/>
        </p:nvSpPr>
        <p:spPr>
          <a:xfrm>
            <a:off x="7781544" y="3310128"/>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Σ</a:t>
            </a:r>
            <a:endParaRPr lang="en-US" sz="2600" dirty="0"/>
          </a:p>
        </p:txBody>
      </p:sp>
      <p:sp>
        <p:nvSpPr>
          <p:cNvPr id="9" name="Text 7"/>
          <p:cNvSpPr txBox="1"/>
          <p:nvPr/>
        </p:nvSpPr>
        <p:spPr>
          <a:xfrm>
            <a:off x="8668512" y="667512"/>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10" name="Text 8"/>
          <p:cNvSpPr txBox="1"/>
          <p:nvPr/>
        </p:nvSpPr>
        <p:spPr>
          <a:xfrm>
            <a:off x="960120" y="1865376"/>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11" name="Text 9"/>
          <p:cNvSpPr txBox="1"/>
          <p:nvPr/>
        </p:nvSpPr>
        <p:spPr>
          <a:xfrm>
            <a:off x="1847088" y="3063240"/>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½</a:t>
            </a:r>
            <a:endParaRPr lang="en-US" sz="2600" dirty="0"/>
          </a:p>
        </p:txBody>
      </p:sp>
      <p:pic>
        <p:nvPicPr>
          <p:cNvPr id="12" name="Image 0" descr="img/logo_solaris_oscuro.png">    </p:cNvPr>
          <p:cNvPicPr>
            <a:picLocks noChangeAspect="1"/>
          </p:cNvPicPr>
          <p:nvPr/>
        </p:nvPicPr>
        <p:blipFill>
          <a:blip r:embed="rId1"/>
          <a:stretch>
            <a:fillRect/>
          </a:stretch>
        </p:blipFill>
        <p:spPr>
          <a:xfrm>
            <a:off x="228600" y="109728"/>
            <a:ext cx="566928" cy="566928"/>
          </a:xfrm>
          <a:prstGeom prst="rect">
            <a:avLst/>
          </a:prstGeom>
        </p:spPr>
      </p:pic>
      <p:sp>
        <p:nvSpPr>
          <p:cNvPr id="13" name="Text 10"/>
          <p:cNvSpPr txBox="1"/>
          <p:nvPr/>
        </p:nvSpPr>
        <p:spPr>
          <a:xfrm>
            <a:off x="457200" y="731520"/>
            <a:ext cx="4572000" cy="114300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Every achievement</a:t>
            </a:r>
            <a:endParaRPr lang="en-US" sz="3200" dirty="0"/>
          </a:p>
          <a:p>
            <a:pPr indent="0" marL="0">
              <a:buNone/>
            </a:pPr>
            <a:r>
              <a:rPr lang="en-US" sz="3200" b="1" dirty="0">
                <a:solidFill>
                  <a:srgbClr val="FFFFFF"/>
                </a:solidFill>
                <a:latin typeface="Calibri" pitchFamily="34" charset="0"/>
                <a:ea typeface="Calibri" pitchFamily="34" charset="-122"/>
                <a:cs typeface="Calibri" pitchFamily="34" charset="-120"/>
              </a:rPr>
              <a:t>has a reward</a:t>
            </a:r>
            <a:endParaRPr lang="en-US" sz="3200" dirty="0"/>
          </a:p>
        </p:txBody>
      </p:sp>
      <p:sp>
        <p:nvSpPr>
          <p:cNvPr id="14" name="Shape 11"/>
          <p:cNvSpPr/>
          <p:nvPr/>
        </p:nvSpPr>
        <p:spPr>
          <a:xfrm>
            <a:off x="457200" y="2011680"/>
            <a:ext cx="420624" cy="420624"/>
          </a:xfrm>
          <a:prstGeom prst="roundRect">
            <a:avLst>
              <a:gd name="adj" fmla="val 21739"/>
            </a:avLst>
          </a:prstGeom>
          <a:solidFill>
            <a:srgbClr val="E0A800"/>
          </a:solidFill>
          <a:ln/>
        </p:spPr>
      </p:sp>
      <p:pic>
        <p:nvPicPr>
          <p:cNvPr id="15" name="Image 1" descr="img/es_ic_18.png">    </p:cNvPr>
          <p:cNvPicPr>
            <a:picLocks noChangeAspect="1"/>
          </p:cNvPicPr>
          <p:nvPr/>
        </p:nvPicPr>
        <p:blipFill>
          <a:blip r:embed="rId2"/>
          <a:stretch>
            <a:fillRect/>
          </a:stretch>
        </p:blipFill>
        <p:spPr>
          <a:xfrm>
            <a:off x="548640" y="2103120"/>
            <a:ext cx="237744" cy="237744"/>
          </a:xfrm>
          <a:prstGeom prst="rect">
            <a:avLst/>
          </a:prstGeom>
        </p:spPr>
      </p:pic>
      <p:sp>
        <p:nvSpPr>
          <p:cNvPr id="16" name="Text 12"/>
          <p:cNvSpPr txBox="1"/>
          <p:nvPr/>
        </p:nvSpPr>
        <p:spPr>
          <a:xfrm>
            <a:off x="1024128" y="1975104"/>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a:t>
            </a:r>
            <a:pPr indent="0" marL="0">
              <a:buNone/>
            </a:pPr>
            <a:r>
              <a:rPr lang="en-US" sz="1500" b="1" dirty="0">
                <a:solidFill>
                  <a:srgbClr val="FFD23F"/>
                </a:solidFill>
                <a:latin typeface="Calibri" pitchFamily="34" charset="0"/>
                <a:ea typeface="Calibri" pitchFamily="34" charset="-122"/>
                <a:cs typeface="Calibri" pitchFamily="34" charset="-120"/>
              </a:rPr>
              <a:t>diploma</a:t>
            </a:r>
            <a:pPr indent="0" marL="0">
              <a:buNone/>
            </a:pPr>
            <a:r>
              <a:rPr lang="en-US" sz="1500" dirty="0">
                <a:solidFill>
                  <a:srgbClr val="FFFFFF"/>
                </a:solidFill>
                <a:latin typeface="Calibri" pitchFamily="34" charset="0"/>
                <a:ea typeface="Calibri" pitchFamily="34" charset="-122"/>
                <a:cs typeface="Calibri" pitchFamily="34" charset="-120"/>
              </a:rPr>
              <a:t> for every grade, and one for the whole route</a:t>
            </a:r>
            <a:endParaRPr lang="en-US" sz="1500" dirty="0"/>
          </a:p>
        </p:txBody>
      </p:sp>
      <p:sp>
        <p:nvSpPr>
          <p:cNvPr id="17" name="Shape 13"/>
          <p:cNvSpPr/>
          <p:nvPr/>
        </p:nvSpPr>
        <p:spPr>
          <a:xfrm>
            <a:off x="457200" y="2743200"/>
            <a:ext cx="420624" cy="420624"/>
          </a:xfrm>
          <a:prstGeom prst="roundRect">
            <a:avLst>
              <a:gd name="adj" fmla="val 21739"/>
            </a:avLst>
          </a:prstGeom>
          <a:solidFill>
            <a:srgbClr val="1E5BB8"/>
          </a:solidFill>
          <a:ln/>
        </p:spPr>
      </p:sp>
      <p:pic>
        <p:nvPicPr>
          <p:cNvPr id="18" name="Image 2" descr="img/es_ic_19.png">    </p:cNvPr>
          <p:cNvPicPr>
            <a:picLocks noChangeAspect="1"/>
          </p:cNvPicPr>
          <p:nvPr/>
        </p:nvPicPr>
        <p:blipFill>
          <a:blip r:embed="rId3"/>
          <a:stretch>
            <a:fillRect/>
          </a:stretch>
        </p:blipFill>
        <p:spPr>
          <a:xfrm>
            <a:off x="548640" y="2834640"/>
            <a:ext cx="237744" cy="237744"/>
          </a:xfrm>
          <a:prstGeom prst="rect">
            <a:avLst/>
          </a:prstGeom>
        </p:spPr>
      </p:pic>
      <p:sp>
        <p:nvSpPr>
          <p:cNvPr id="19" name="Text 14"/>
          <p:cNvSpPr txBox="1"/>
          <p:nvPr/>
        </p:nvSpPr>
        <p:spPr>
          <a:xfrm>
            <a:off x="1024128" y="2706624"/>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Guides and </a:t>
            </a:r>
            <a:pPr indent="0" marL="0">
              <a:buNone/>
            </a:pPr>
            <a:r>
              <a:rPr lang="en-US" sz="1500" b="1" dirty="0">
                <a:solidFill>
                  <a:srgbClr val="FFD23F"/>
                </a:solidFill>
                <a:latin typeface="Calibri" pitchFamily="34" charset="0"/>
                <a:ea typeface="Calibri" pitchFamily="34" charset="-122"/>
                <a:cs typeface="Calibri" pitchFamily="34" charset="-120"/>
              </a:rPr>
              <a:t>curriculum alignment</a:t>
            </a:r>
            <a:pPr indent="0" marL="0">
              <a:buNone/>
            </a:pPr>
            <a:r>
              <a:rPr lang="en-US" sz="1500" dirty="0">
                <a:solidFill>
                  <a:srgbClr val="FFFFFF"/>
                </a:solidFill>
                <a:latin typeface="Calibri" pitchFamily="34" charset="0"/>
                <a:ea typeface="Calibri" pitchFamily="34" charset="-122"/>
                <a:cs typeface="Calibri" pitchFamily="34" charset="-120"/>
              </a:rPr>
              <a:t> for teachers</a:t>
            </a:r>
            <a:endParaRPr lang="en-US" sz="1500" dirty="0"/>
          </a:p>
        </p:txBody>
      </p:sp>
      <p:sp>
        <p:nvSpPr>
          <p:cNvPr id="20" name="Shape 15"/>
          <p:cNvSpPr/>
          <p:nvPr/>
        </p:nvSpPr>
        <p:spPr>
          <a:xfrm>
            <a:off x="457200" y="3474720"/>
            <a:ext cx="420624" cy="420624"/>
          </a:xfrm>
          <a:prstGeom prst="roundRect">
            <a:avLst>
              <a:gd name="adj" fmla="val 21739"/>
            </a:avLst>
          </a:prstGeom>
          <a:solidFill>
            <a:srgbClr val="2A9D8F"/>
          </a:solidFill>
          <a:ln/>
        </p:spPr>
      </p:sp>
      <p:pic>
        <p:nvPicPr>
          <p:cNvPr id="21" name="Image 3" descr="img/es_ic_20.png">    </p:cNvPr>
          <p:cNvPicPr>
            <a:picLocks noChangeAspect="1"/>
          </p:cNvPicPr>
          <p:nvPr/>
        </p:nvPicPr>
        <p:blipFill>
          <a:blip r:embed="rId4"/>
          <a:stretch>
            <a:fillRect/>
          </a:stretch>
        </p:blipFill>
        <p:spPr>
          <a:xfrm>
            <a:off x="548640" y="3566160"/>
            <a:ext cx="237744" cy="237744"/>
          </a:xfrm>
          <a:prstGeom prst="rect">
            <a:avLst/>
          </a:prstGeom>
        </p:spPr>
      </p:pic>
      <p:sp>
        <p:nvSpPr>
          <p:cNvPr id="22" name="Text 16"/>
          <p:cNvSpPr txBox="1"/>
          <p:nvPr/>
        </p:nvSpPr>
        <p:spPr>
          <a:xfrm>
            <a:off x="1024128" y="3438144"/>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Optional: class progress in </a:t>
            </a:r>
            <a:pPr indent="0" marL="0">
              <a:buNone/>
            </a:pPr>
            <a:r>
              <a:rPr lang="en-US" sz="1500" b="1" dirty="0">
                <a:solidFill>
                  <a:srgbClr val="FFD23F"/>
                </a:solidFill>
                <a:latin typeface="Calibri" pitchFamily="34" charset="0"/>
                <a:ea typeface="Calibri" pitchFamily="34" charset="-122"/>
                <a:cs typeface="Calibri" pitchFamily="34" charset="-120"/>
              </a:rPr>
              <a:t>Google Sheets</a:t>
            </a:r>
            <a:endParaRPr lang="en-US" sz="1500" dirty="0"/>
          </a:p>
        </p:txBody>
      </p:sp>
      <p:pic>
        <p:nvPicPr>
          <p:cNvPr id="23" name="Image 4" descr="img/diploma.jpg">    </p:cNvPr>
          <p:cNvPicPr>
            <a:picLocks noChangeAspect="1"/>
          </p:cNvPicPr>
          <p:nvPr/>
        </p:nvPicPr>
        <p:blipFill>
          <a:blip r:embed="rId5"/>
          <a:srcRect l="0" r="0" t="0" b="0"/>
          <a:stretch/>
        </p:blipFill>
        <p:spPr>
          <a:xfrm rot="-180000">
            <a:off x="4892040" y="960120"/>
            <a:ext cx="3977640" cy="2816352"/>
          </a:xfrm>
          <a:prstGeom prst="rect">
            <a:avLst/>
          </a:prstGeom>
          <a:effectLst>
            <a:outerShdw sx="100000" sy="100000" kx="0" ky="0" algn="bl" rotWithShape="0" blurRad="127000" dist="50800" dir="5400000">
              <a:srgbClr val="000000">
                <a:alpha val="45000"/>
              </a:srgbClr>
            </a:outerShdw>
          </a:effectLst>
        </p:spPr>
      </p:pic>
      <p:sp>
        <p:nvSpPr>
          <p:cNvPr id="24" name="Shape 17"/>
          <p:cNvSpPr/>
          <p:nvPr/>
        </p:nvSpPr>
        <p:spPr>
          <a:xfrm>
            <a:off x="182880" y="137160"/>
            <a:ext cx="64008" cy="109728"/>
          </a:xfrm>
          <a:prstGeom prst="rect">
            <a:avLst/>
          </a:prstGeom>
          <a:solidFill>
            <a:srgbClr val="E63946"/>
          </a:solidFill>
          <a:ln/>
        </p:spPr>
      </p:sp>
      <p:sp>
        <p:nvSpPr>
          <p:cNvPr id="25" name="Shape 18"/>
          <p:cNvSpPr/>
          <p:nvPr/>
        </p:nvSpPr>
        <p:spPr>
          <a:xfrm rot="2220000">
            <a:off x="522122" y="697687"/>
            <a:ext cx="64008" cy="109728"/>
          </a:xfrm>
          <a:prstGeom prst="rect">
            <a:avLst/>
          </a:prstGeom>
          <a:solidFill>
            <a:srgbClr val="F28C1B"/>
          </a:solidFill>
          <a:ln/>
        </p:spPr>
      </p:sp>
      <p:sp>
        <p:nvSpPr>
          <p:cNvPr id="26" name="Shape 19"/>
          <p:cNvSpPr/>
          <p:nvPr/>
        </p:nvSpPr>
        <p:spPr>
          <a:xfrm rot="4440000">
            <a:off x="861365" y="343814"/>
            <a:ext cx="64008" cy="109728"/>
          </a:xfrm>
          <a:prstGeom prst="rect">
            <a:avLst/>
          </a:prstGeom>
          <a:solidFill>
            <a:srgbClr val="E0A800"/>
          </a:solidFill>
          <a:ln/>
        </p:spPr>
      </p:sp>
      <p:sp>
        <p:nvSpPr>
          <p:cNvPr id="27" name="Shape 20"/>
          <p:cNvSpPr/>
          <p:nvPr/>
        </p:nvSpPr>
        <p:spPr>
          <a:xfrm rot="6660000">
            <a:off x="1200607" y="904342"/>
            <a:ext cx="64008" cy="109728"/>
          </a:xfrm>
          <a:prstGeom prst="rect">
            <a:avLst/>
          </a:prstGeom>
          <a:solidFill>
            <a:srgbClr val="2A9D8F"/>
          </a:solidFill>
          <a:ln/>
        </p:spPr>
      </p:sp>
      <p:sp>
        <p:nvSpPr>
          <p:cNvPr id="28" name="Shape 21"/>
          <p:cNvSpPr/>
          <p:nvPr/>
        </p:nvSpPr>
        <p:spPr>
          <a:xfrm rot="8880000">
            <a:off x="1539850" y="550469"/>
            <a:ext cx="64008" cy="109728"/>
          </a:xfrm>
          <a:prstGeom prst="rect">
            <a:avLst/>
          </a:prstGeom>
          <a:solidFill>
            <a:srgbClr val="00A6ED"/>
          </a:solidFill>
          <a:ln/>
        </p:spPr>
      </p:sp>
      <p:sp>
        <p:nvSpPr>
          <p:cNvPr id="29" name="Shape 22"/>
          <p:cNvSpPr/>
          <p:nvPr/>
        </p:nvSpPr>
        <p:spPr>
          <a:xfrm rot="300000">
            <a:off x="1879092" y="196596"/>
            <a:ext cx="64008" cy="109728"/>
          </a:xfrm>
          <a:prstGeom prst="rect">
            <a:avLst/>
          </a:prstGeom>
          <a:solidFill>
            <a:srgbClr val="C0399F"/>
          </a:solidFill>
          <a:ln/>
        </p:spPr>
      </p:sp>
      <p:sp>
        <p:nvSpPr>
          <p:cNvPr id="30" name="Shape 23"/>
          <p:cNvSpPr/>
          <p:nvPr/>
        </p:nvSpPr>
        <p:spPr>
          <a:xfrm rot="2520000">
            <a:off x="2218334" y="757123"/>
            <a:ext cx="64008" cy="109728"/>
          </a:xfrm>
          <a:prstGeom prst="rect">
            <a:avLst/>
          </a:prstGeom>
          <a:solidFill>
            <a:srgbClr val="6FA80F"/>
          </a:solidFill>
          <a:ln/>
        </p:spPr>
      </p:sp>
      <p:sp>
        <p:nvSpPr>
          <p:cNvPr id="31" name="Shape 24"/>
          <p:cNvSpPr/>
          <p:nvPr/>
        </p:nvSpPr>
        <p:spPr>
          <a:xfrm rot="4740000">
            <a:off x="2557577" y="403250"/>
            <a:ext cx="64008" cy="109728"/>
          </a:xfrm>
          <a:prstGeom prst="rect">
            <a:avLst/>
          </a:prstGeom>
          <a:solidFill>
            <a:srgbClr val="E63946"/>
          </a:solidFill>
          <a:ln/>
        </p:spPr>
      </p:sp>
      <p:sp>
        <p:nvSpPr>
          <p:cNvPr id="32" name="Shape 25"/>
          <p:cNvSpPr/>
          <p:nvPr/>
        </p:nvSpPr>
        <p:spPr>
          <a:xfrm rot="6960000">
            <a:off x="2896819" y="963778"/>
            <a:ext cx="64008" cy="109728"/>
          </a:xfrm>
          <a:prstGeom prst="rect">
            <a:avLst/>
          </a:prstGeom>
          <a:solidFill>
            <a:srgbClr val="F28C1B"/>
          </a:solidFill>
          <a:ln/>
        </p:spPr>
      </p:sp>
      <p:sp>
        <p:nvSpPr>
          <p:cNvPr id="33" name="Shape 26"/>
          <p:cNvSpPr/>
          <p:nvPr/>
        </p:nvSpPr>
        <p:spPr>
          <a:xfrm rot="9180000">
            <a:off x="3236062" y="609905"/>
            <a:ext cx="64008" cy="109728"/>
          </a:xfrm>
          <a:prstGeom prst="rect">
            <a:avLst/>
          </a:prstGeom>
          <a:solidFill>
            <a:srgbClr val="E0A800"/>
          </a:solidFill>
          <a:ln/>
        </p:spPr>
      </p:sp>
      <p:sp>
        <p:nvSpPr>
          <p:cNvPr id="34" name="Shape 27"/>
          <p:cNvSpPr/>
          <p:nvPr/>
        </p:nvSpPr>
        <p:spPr>
          <a:xfrm rot="600000">
            <a:off x="3575304" y="256032"/>
            <a:ext cx="64008" cy="109728"/>
          </a:xfrm>
          <a:prstGeom prst="rect">
            <a:avLst/>
          </a:prstGeom>
          <a:solidFill>
            <a:srgbClr val="2A9D8F"/>
          </a:solidFill>
          <a:ln/>
        </p:spPr>
      </p:sp>
      <p:sp>
        <p:nvSpPr>
          <p:cNvPr id="35" name="Shape 28"/>
          <p:cNvSpPr/>
          <p:nvPr/>
        </p:nvSpPr>
        <p:spPr>
          <a:xfrm rot="2820000">
            <a:off x="3914546" y="816559"/>
            <a:ext cx="64008" cy="109728"/>
          </a:xfrm>
          <a:prstGeom prst="rect">
            <a:avLst/>
          </a:prstGeom>
          <a:solidFill>
            <a:srgbClr val="00A6ED"/>
          </a:solidFill>
          <a:ln/>
        </p:spPr>
      </p:sp>
      <p:sp>
        <p:nvSpPr>
          <p:cNvPr id="36" name="Shape 29"/>
          <p:cNvSpPr/>
          <p:nvPr/>
        </p:nvSpPr>
        <p:spPr>
          <a:xfrm rot="5040000">
            <a:off x="4253789" y="462686"/>
            <a:ext cx="64008" cy="109728"/>
          </a:xfrm>
          <a:prstGeom prst="rect">
            <a:avLst/>
          </a:prstGeom>
          <a:solidFill>
            <a:srgbClr val="C0399F"/>
          </a:solidFill>
          <a:ln/>
        </p:spPr>
      </p:sp>
      <p:sp>
        <p:nvSpPr>
          <p:cNvPr id="37" name="Shape 30"/>
          <p:cNvSpPr/>
          <p:nvPr/>
        </p:nvSpPr>
        <p:spPr>
          <a:xfrm rot="7260000">
            <a:off x="4593031" y="1023214"/>
            <a:ext cx="64008" cy="109728"/>
          </a:xfrm>
          <a:prstGeom prst="rect">
            <a:avLst/>
          </a:prstGeom>
          <a:solidFill>
            <a:srgbClr val="6FA80F"/>
          </a:solidFill>
          <a:ln/>
        </p:spPr>
      </p:sp>
      <p:sp>
        <p:nvSpPr>
          <p:cNvPr id="38" name="Shape 31"/>
          <p:cNvSpPr/>
          <p:nvPr/>
        </p:nvSpPr>
        <p:spPr>
          <a:xfrm rot="9480000">
            <a:off x="4932274" y="669341"/>
            <a:ext cx="64008" cy="109728"/>
          </a:xfrm>
          <a:prstGeom prst="rect">
            <a:avLst/>
          </a:prstGeom>
          <a:solidFill>
            <a:srgbClr val="E63946"/>
          </a:solidFill>
          <a:ln/>
        </p:spPr>
      </p:sp>
      <p:sp>
        <p:nvSpPr>
          <p:cNvPr id="39" name="Shape 32"/>
          <p:cNvSpPr/>
          <p:nvPr/>
        </p:nvSpPr>
        <p:spPr>
          <a:xfrm rot="900000">
            <a:off x="5271516" y="315468"/>
            <a:ext cx="64008" cy="109728"/>
          </a:xfrm>
          <a:prstGeom prst="rect">
            <a:avLst/>
          </a:prstGeom>
          <a:solidFill>
            <a:srgbClr val="F28C1B"/>
          </a:solidFill>
          <a:ln/>
        </p:spPr>
      </p:sp>
      <p:sp>
        <p:nvSpPr>
          <p:cNvPr id="40" name="Shape 33"/>
          <p:cNvSpPr/>
          <p:nvPr/>
        </p:nvSpPr>
        <p:spPr>
          <a:xfrm rot="3120000">
            <a:off x="5610758" y="875995"/>
            <a:ext cx="64008" cy="109728"/>
          </a:xfrm>
          <a:prstGeom prst="rect">
            <a:avLst/>
          </a:prstGeom>
          <a:solidFill>
            <a:srgbClr val="E0A800"/>
          </a:solidFill>
          <a:ln/>
        </p:spPr>
      </p:sp>
      <p:sp>
        <p:nvSpPr>
          <p:cNvPr id="41" name="Shape 34"/>
          <p:cNvSpPr/>
          <p:nvPr/>
        </p:nvSpPr>
        <p:spPr>
          <a:xfrm rot="5340000">
            <a:off x="5950001" y="522122"/>
            <a:ext cx="64008" cy="109728"/>
          </a:xfrm>
          <a:prstGeom prst="rect">
            <a:avLst/>
          </a:prstGeom>
          <a:solidFill>
            <a:srgbClr val="2A9D8F"/>
          </a:solidFill>
          <a:ln/>
        </p:spPr>
      </p:sp>
      <p:sp>
        <p:nvSpPr>
          <p:cNvPr id="42" name="Shape 35"/>
          <p:cNvSpPr/>
          <p:nvPr/>
        </p:nvSpPr>
        <p:spPr>
          <a:xfrm rot="7560000">
            <a:off x="6289243" y="168250"/>
            <a:ext cx="64008" cy="109728"/>
          </a:xfrm>
          <a:prstGeom prst="rect">
            <a:avLst/>
          </a:prstGeom>
          <a:solidFill>
            <a:srgbClr val="00A6ED"/>
          </a:solidFill>
          <a:ln/>
        </p:spPr>
      </p:sp>
      <p:sp>
        <p:nvSpPr>
          <p:cNvPr id="43" name="Shape 36"/>
          <p:cNvSpPr/>
          <p:nvPr/>
        </p:nvSpPr>
        <p:spPr>
          <a:xfrm rot="9780000">
            <a:off x="6628486" y="728777"/>
            <a:ext cx="64008" cy="109728"/>
          </a:xfrm>
          <a:prstGeom prst="rect">
            <a:avLst/>
          </a:prstGeom>
          <a:solidFill>
            <a:srgbClr val="C0399F"/>
          </a:solidFill>
          <a:ln/>
        </p:spPr>
      </p:sp>
      <p:sp>
        <p:nvSpPr>
          <p:cNvPr id="44" name="Shape 37"/>
          <p:cNvSpPr/>
          <p:nvPr/>
        </p:nvSpPr>
        <p:spPr>
          <a:xfrm rot="1200000">
            <a:off x="6967728" y="374904"/>
            <a:ext cx="64008" cy="109728"/>
          </a:xfrm>
          <a:prstGeom prst="rect">
            <a:avLst/>
          </a:prstGeom>
          <a:solidFill>
            <a:srgbClr val="6FA80F"/>
          </a:solidFill>
          <a:ln/>
        </p:spPr>
      </p:sp>
      <p:sp>
        <p:nvSpPr>
          <p:cNvPr id="45" name="Shape 38"/>
          <p:cNvSpPr/>
          <p:nvPr/>
        </p:nvSpPr>
        <p:spPr>
          <a:xfrm rot="3420000">
            <a:off x="7306970" y="935431"/>
            <a:ext cx="64008" cy="109728"/>
          </a:xfrm>
          <a:prstGeom prst="rect">
            <a:avLst/>
          </a:prstGeom>
          <a:solidFill>
            <a:srgbClr val="E63946"/>
          </a:solidFill>
          <a:ln/>
        </p:spPr>
      </p:sp>
      <p:sp>
        <p:nvSpPr>
          <p:cNvPr id="46" name="Shape 39"/>
          <p:cNvSpPr/>
          <p:nvPr/>
        </p:nvSpPr>
        <p:spPr>
          <a:xfrm rot="5640000">
            <a:off x="7646213" y="581558"/>
            <a:ext cx="64008" cy="109728"/>
          </a:xfrm>
          <a:prstGeom prst="rect">
            <a:avLst/>
          </a:prstGeom>
          <a:solidFill>
            <a:srgbClr val="F28C1B"/>
          </a:solidFill>
          <a:ln/>
        </p:spPr>
      </p:sp>
      <p:sp>
        <p:nvSpPr>
          <p:cNvPr id="47" name="Shape 40"/>
          <p:cNvSpPr/>
          <p:nvPr/>
        </p:nvSpPr>
        <p:spPr>
          <a:xfrm rot="7860000">
            <a:off x="7985455" y="227686"/>
            <a:ext cx="64008" cy="109728"/>
          </a:xfrm>
          <a:prstGeom prst="rect">
            <a:avLst/>
          </a:prstGeom>
          <a:solidFill>
            <a:srgbClr val="E0A800"/>
          </a:solidFill>
          <a:ln/>
        </p:spPr>
      </p:sp>
      <p:sp>
        <p:nvSpPr>
          <p:cNvPr id="48" name="Shape 41"/>
          <p:cNvSpPr/>
          <p:nvPr/>
        </p:nvSpPr>
        <p:spPr>
          <a:xfrm rot="10080000">
            <a:off x="8324698" y="788213"/>
            <a:ext cx="64008" cy="109728"/>
          </a:xfrm>
          <a:prstGeom prst="rect">
            <a:avLst/>
          </a:prstGeom>
          <a:solidFill>
            <a:srgbClr val="2A9D8F"/>
          </a:solidFill>
          <a:ln/>
        </p:spPr>
      </p:sp>
      <p:sp>
        <p:nvSpPr>
          <p:cNvPr id="49" name="Shape 42"/>
          <p:cNvSpPr/>
          <p:nvPr/>
        </p:nvSpPr>
        <p:spPr>
          <a:xfrm rot="1500000">
            <a:off x="8663940" y="434340"/>
            <a:ext cx="64008" cy="109728"/>
          </a:xfrm>
          <a:prstGeom prst="rect">
            <a:avLst/>
          </a:prstGeom>
          <a:solidFill>
            <a:srgbClr val="00A6ED"/>
          </a:solidFill>
          <a:ln/>
        </p:spPr>
      </p:sp>
      <p:sp>
        <p:nvSpPr>
          <p:cNvPr id="50" name="Shape 43"/>
          <p:cNvSpPr/>
          <p:nvPr/>
        </p:nvSpPr>
        <p:spPr>
          <a:xfrm>
            <a:off x="274320" y="4901184"/>
            <a:ext cx="529285" cy="128016"/>
          </a:xfrm>
          <a:prstGeom prst="rect">
            <a:avLst/>
          </a:prstGeom>
          <a:solidFill>
            <a:srgbClr val="E63946"/>
          </a:solidFill>
          <a:ln/>
        </p:spPr>
      </p:sp>
      <p:sp>
        <p:nvSpPr>
          <p:cNvPr id="51" name="Shape 44"/>
          <p:cNvSpPr/>
          <p:nvPr/>
        </p:nvSpPr>
        <p:spPr>
          <a:xfrm>
            <a:off x="840181" y="4869180"/>
            <a:ext cx="1052170" cy="160020"/>
          </a:xfrm>
          <a:prstGeom prst="rect">
            <a:avLst/>
          </a:prstGeom>
          <a:solidFill>
            <a:srgbClr val="F28C1B"/>
          </a:solidFill>
          <a:ln/>
        </p:spPr>
      </p:sp>
      <p:sp>
        <p:nvSpPr>
          <p:cNvPr id="52" name="Shape 45"/>
          <p:cNvSpPr/>
          <p:nvPr/>
        </p:nvSpPr>
        <p:spPr>
          <a:xfrm>
            <a:off x="1928927" y="4837176"/>
            <a:ext cx="994867" cy="192024"/>
          </a:xfrm>
          <a:prstGeom prst="rect">
            <a:avLst/>
          </a:prstGeom>
          <a:solidFill>
            <a:srgbClr val="E0A800"/>
          </a:solidFill>
          <a:ln/>
        </p:spPr>
      </p:sp>
      <p:sp>
        <p:nvSpPr>
          <p:cNvPr id="53" name="Shape 46"/>
          <p:cNvSpPr/>
          <p:nvPr/>
        </p:nvSpPr>
        <p:spPr>
          <a:xfrm>
            <a:off x="2960370" y="4805172"/>
            <a:ext cx="1023518" cy="224028"/>
          </a:xfrm>
          <a:prstGeom prst="rect">
            <a:avLst/>
          </a:prstGeom>
          <a:solidFill>
            <a:srgbClr val="6FA80F"/>
          </a:solidFill>
          <a:ln/>
        </p:spPr>
      </p:sp>
      <p:sp>
        <p:nvSpPr>
          <p:cNvPr id="54" name="Shape 47"/>
          <p:cNvSpPr/>
          <p:nvPr/>
        </p:nvSpPr>
        <p:spPr>
          <a:xfrm>
            <a:off x="4020464" y="4773168"/>
            <a:ext cx="1116635" cy="256032"/>
          </a:xfrm>
          <a:prstGeom prst="rect">
            <a:avLst/>
          </a:prstGeom>
          <a:solidFill>
            <a:srgbClr val="2A9D8F"/>
          </a:solidFill>
          <a:ln/>
        </p:spPr>
      </p:sp>
      <p:sp>
        <p:nvSpPr>
          <p:cNvPr id="55" name="Shape 48"/>
          <p:cNvSpPr/>
          <p:nvPr/>
        </p:nvSpPr>
        <p:spPr>
          <a:xfrm>
            <a:off x="5173675" y="4741164"/>
            <a:ext cx="686867" cy="288036"/>
          </a:xfrm>
          <a:prstGeom prst="rect">
            <a:avLst/>
          </a:prstGeom>
          <a:solidFill>
            <a:srgbClr val="00A6ED"/>
          </a:solidFill>
          <a:ln/>
        </p:spPr>
      </p:sp>
      <p:sp>
        <p:nvSpPr>
          <p:cNvPr id="56" name="Shape 49"/>
          <p:cNvSpPr/>
          <p:nvPr/>
        </p:nvSpPr>
        <p:spPr>
          <a:xfrm>
            <a:off x="5897118" y="4709160"/>
            <a:ext cx="1059332" cy="320040"/>
          </a:xfrm>
          <a:prstGeom prst="rect">
            <a:avLst/>
          </a:prstGeom>
          <a:solidFill>
            <a:srgbClr val="1E5BB8"/>
          </a:solidFill>
          <a:ln/>
        </p:spPr>
      </p:sp>
      <p:sp>
        <p:nvSpPr>
          <p:cNvPr id="57" name="Shape 50"/>
          <p:cNvSpPr/>
          <p:nvPr/>
        </p:nvSpPr>
        <p:spPr>
          <a:xfrm>
            <a:off x="6993026" y="4677156"/>
            <a:ext cx="966216" cy="352044"/>
          </a:xfrm>
          <a:prstGeom prst="rect">
            <a:avLst/>
          </a:prstGeom>
          <a:solidFill>
            <a:srgbClr val="6A4C93"/>
          </a:solidFill>
          <a:ln/>
        </p:spPr>
      </p:sp>
      <p:sp>
        <p:nvSpPr>
          <p:cNvPr id="58" name="Shape 51"/>
          <p:cNvSpPr/>
          <p:nvPr/>
        </p:nvSpPr>
        <p:spPr>
          <a:xfrm>
            <a:off x="7412126" y="4521708"/>
            <a:ext cx="128016" cy="109728"/>
          </a:xfrm>
          <a:prstGeom prst="triangle">
            <a:avLst/>
          </a:prstGeom>
          <a:solidFill>
            <a:srgbClr val="FFD23F"/>
          </a:solidFill>
          <a:ln/>
        </p:spPr>
      </p:sp>
      <p:sp>
        <p:nvSpPr>
          <p:cNvPr id="59" name="Shape 52"/>
          <p:cNvSpPr/>
          <p:nvPr/>
        </p:nvSpPr>
        <p:spPr>
          <a:xfrm>
            <a:off x="7995818" y="4645152"/>
            <a:ext cx="572262" cy="384048"/>
          </a:xfrm>
          <a:prstGeom prst="rect">
            <a:avLst/>
          </a:prstGeom>
          <a:solidFill>
            <a:srgbClr val="2A3F6B"/>
          </a:solidFill>
          <a:ln/>
        </p:spPr>
      </p:sp>
      <p:sp>
        <p:nvSpPr>
          <p:cNvPr id="60" name="Shape 53"/>
          <p:cNvSpPr/>
          <p:nvPr/>
        </p:nvSpPr>
        <p:spPr>
          <a:xfrm>
            <a:off x="8604656" y="4613148"/>
            <a:ext cx="228448" cy="416052"/>
          </a:xfrm>
          <a:prstGeom prst="rect">
            <a:avLst/>
          </a:prstGeom>
          <a:solidFill>
            <a:srgbClr val="2A3F6B"/>
          </a:solidFill>
          <a:ln/>
        </p:spPr>
      </p:sp>
      <p:sp>
        <p:nvSpPr>
          <p:cNvPr id="61" name="Text 54"/>
          <p:cNvSpPr txBox="1"/>
          <p:nvPr/>
        </p:nvSpPr>
        <p:spPr>
          <a:xfrm>
            <a:off x="6583680" y="164592"/>
            <a:ext cx="2286000" cy="274320"/>
          </a:xfrm>
          <a:prstGeom prst="rect">
            <a:avLst/>
          </a:prstGeom>
          <a:noFill/>
          <a:ln/>
        </p:spPr>
        <p:txBody>
          <a:bodyPr wrap="square" lIns="0" tIns="0" rIns="0" bIns="0" rtlCol="0" anchor="ctr"/>
          <a:lstStyle/>
          <a:p>
            <a:pPr algn="r" indent="0" marL="0">
              <a:buNone/>
            </a:pPr>
            <a:r>
              <a:rPr lang="en-US" sz="1100" dirty="0">
                <a:solidFill>
                  <a:srgbClr val="9FB3D9"/>
                </a:solidFill>
                <a:latin typeface="Calibri" pitchFamily="34" charset="0"/>
                <a:ea typeface="Calibri" pitchFamily="34" charset="-122"/>
                <a:cs typeface="Calibri" pitchFamily="34" charset="-120"/>
              </a:rPr>
              <a:t>8 / 10 · Diplomas</a:t>
            </a:r>
            <a:endParaRPr lang="en-US" sz="1100" dirty="0"/>
          </a:p>
        </p:txBody>
      </p:sp>
    </p:spTree>
  </p:cSld>
  <p:clrMapOvr>
    <a:masterClrMapping/>
  </p:clrMapOvr>
  <p:transition spd="med" advClick="1" advTm="14000">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E40"/>
        </a:solidFill>
      </p:bgPr>
    </p:bg>
    <p:spTree>
      <p:nvGrpSpPr>
        <p:cNvPr id="1" name=""/>
        <p:cNvGrpSpPr/>
        <p:nvPr/>
      </p:nvGrpSpPr>
      <p:grpSpPr>
        <a:xfrm>
          <a:off x="0" y="0"/>
          <a:ext cx="0" cy="0"/>
          <a:chOff x="0" y="0"/>
          <a:chExt cx="0" cy="0"/>
        </a:xfrm>
      </p:grpSpPr>
      <p:sp>
        <p:nvSpPr>
          <p:cNvPr id="2" name="Text 0"/>
          <p:cNvSpPr txBox="1"/>
          <p:nvPr/>
        </p:nvSpPr>
        <p:spPr>
          <a:xfrm>
            <a:off x="2798064" y="448056"/>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3" name="Text 1"/>
          <p:cNvSpPr txBox="1"/>
          <p:nvPr/>
        </p:nvSpPr>
        <p:spPr>
          <a:xfrm>
            <a:off x="3685032" y="1645920"/>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4" name="Text 2"/>
          <p:cNvSpPr txBox="1"/>
          <p:nvPr/>
        </p:nvSpPr>
        <p:spPr>
          <a:xfrm>
            <a:off x="4572000" y="2843784"/>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5" name="Text 3"/>
          <p:cNvSpPr txBox="1"/>
          <p:nvPr/>
        </p:nvSpPr>
        <p:spPr>
          <a:xfrm>
            <a:off x="5458968" y="4041648"/>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6345936" y="1399032"/>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π</a:t>
            </a:r>
            <a:endParaRPr lang="en-US" sz="3400" dirty="0"/>
          </a:p>
        </p:txBody>
      </p:sp>
      <p:sp>
        <p:nvSpPr>
          <p:cNvPr id="7" name="Text 5"/>
          <p:cNvSpPr txBox="1"/>
          <p:nvPr/>
        </p:nvSpPr>
        <p:spPr>
          <a:xfrm>
            <a:off x="7232904" y="2596896"/>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8" name="Text 6"/>
          <p:cNvSpPr txBox="1"/>
          <p:nvPr/>
        </p:nvSpPr>
        <p:spPr>
          <a:xfrm>
            <a:off x="8119872" y="3794760"/>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Σ</a:t>
            </a:r>
            <a:endParaRPr lang="en-US" sz="2600" dirty="0"/>
          </a:p>
        </p:txBody>
      </p:sp>
      <p:sp>
        <p:nvSpPr>
          <p:cNvPr id="9" name="Text 7"/>
          <p:cNvSpPr txBox="1"/>
          <p:nvPr/>
        </p:nvSpPr>
        <p:spPr>
          <a:xfrm>
            <a:off x="411480" y="1152144"/>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10" name="Text 8"/>
          <p:cNvSpPr txBox="1"/>
          <p:nvPr/>
        </p:nvSpPr>
        <p:spPr>
          <a:xfrm>
            <a:off x="1298448" y="2350008"/>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11" name="Text 9"/>
          <p:cNvSpPr txBox="1"/>
          <p:nvPr/>
        </p:nvSpPr>
        <p:spPr>
          <a:xfrm>
            <a:off x="2185416" y="3547872"/>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½</a:t>
            </a:r>
            <a:endParaRPr lang="en-US" sz="2600" dirty="0"/>
          </a:p>
        </p:txBody>
      </p:sp>
      <p:pic>
        <p:nvPicPr>
          <p:cNvPr id="12" name="Image 0" descr="img/logo_solaris_oscuro.png">    </p:cNvPr>
          <p:cNvPicPr>
            <a:picLocks noChangeAspect="1"/>
          </p:cNvPicPr>
          <p:nvPr/>
        </p:nvPicPr>
        <p:blipFill>
          <a:blip r:embed="rId1"/>
          <a:stretch>
            <a:fillRect/>
          </a:stretch>
        </p:blipFill>
        <p:spPr>
          <a:xfrm>
            <a:off x="228600" y="109728"/>
            <a:ext cx="566928" cy="566928"/>
          </a:xfrm>
          <a:prstGeom prst="rect">
            <a:avLst/>
          </a:prstGeom>
        </p:spPr>
      </p:pic>
      <p:sp>
        <p:nvSpPr>
          <p:cNvPr id="13" name="Text 10"/>
          <p:cNvSpPr txBox="1"/>
          <p:nvPr/>
        </p:nvSpPr>
        <p:spPr>
          <a:xfrm>
            <a:off x="457200" y="731520"/>
            <a:ext cx="4572000" cy="114300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Ready for</a:t>
            </a:r>
            <a:endParaRPr lang="en-US" sz="3200" dirty="0"/>
          </a:p>
          <a:p>
            <a:pPr indent="0" marL="0">
              <a:buNone/>
            </a:pPr>
            <a:r>
              <a:rPr lang="en-US" sz="3200" b="1" dirty="0">
                <a:solidFill>
                  <a:srgbClr val="FFFFFF"/>
                </a:solidFill>
                <a:latin typeface="Calibri" pitchFamily="34" charset="0"/>
                <a:ea typeface="Calibri" pitchFamily="34" charset="-122"/>
                <a:cs typeface="Calibri" pitchFamily="34" charset="-120"/>
              </a:rPr>
              <a:t>the classroom</a:t>
            </a:r>
            <a:endParaRPr lang="en-US" sz="3200" dirty="0"/>
          </a:p>
        </p:txBody>
      </p:sp>
      <p:sp>
        <p:nvSpPr>
          <p:cNvPr id="14" name="Shape 11"/>
          <p:cNvSpPr/>
          <p:nvPr/>
        </p:nvSpPr>
        <p:spPr>
          <a:xfrm>
            <a:off x="457200" y="2011680"/>
            <a:ext cx="420624" cy="420624"/>
          </a:xfrm>
          <a:prstGeom prst="roundRect">
            <a:avLst>
              <a:gd name="adj" fmla="val 21739"/>
            </a:avLst>
          </a:prstGeom>
          <a:solidFill>
            <a:srgbClr val="00A6ED"/>
          </a:solidFill>
          <a:ln/>
        </p:spPr>
      </p:sp>
      <p:pic>
        <p:nvPicPr>
          <p:cNvPr id="15" name="Image 1" descr="img/es_ic_21.png">    </p:cNvPr>
          <p:cNvPicPr>
            <a:picLocks noChangeAspect="1"/>
          </p:cNvPicPr>
          <p:nvPr/>
        </p:nvPicPr>
        <p:blipFill>
          <a:blip r:embed="rId2"/>
          <a:stretch>
            <a:fillRect/>
          </a:stretch>
        </p:blipFill>
        <p:spPr>
          <a:xfrm>
            <a:off x="548640" y="2103120"/>
            <a:ext cx="237744" cy="237744"/>
          </a:xfrm>
          <a:prstGeom prst="rect">
            <a:avLst/>
          </a:prstGeom>
        </p:spPr>
      </p:pic>
      <p:sp>
        <p:nvSpPr>
          <p:cNvPr id="16" name="Text 12"/>
          <p:cNvSpPr txBox="1"/>
          <p:nvPr/>
        </p:nvSpPr>
        <p:spPr>
          <a:xfrm>
            <a:off x="1024128" y="1975104"/>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Published online for </a:t>
            </a:r>
            <a:pPr indent="0" marL="0">
              <a:buNone/>
            </a:pPr>
            <a:r>
              <a:rPr lang="en-US" sz="1500" b="1" dirty="0">
                <a:solidFill>
                  <a:srgbClr val="FFD23F"/>
                </a:solidFill>
                <a:latin typeface="Calibri" pitchFamily="34" charset="0"/>
                <a:ea typeface="Calibri" pitchFamily="34" charset="-122"/>
                <a:cs typeface="Calibri" pitchFamily="34" charset="-120"/>
              </a:rPr>
              <a:t>free</a:t>
            </a:r>
            <a:endParaRPr lang="en-US" sz="1500" dirty="0"/>
          </a:p>
        </p:txBody>
      </p:sp>
      <p:sp>
        <p:nvSpPr>
          <p:cNvPr id="17" name="Shape 13"/>
          <p:cNvSpPr/>
          <p:nvPr/>
        </p:nvSpPr>
        <p:spPr>
          <a:xfrm>
            <a:off x="457200" y="2615184"/>
            <a:ext cx="420624" cy="420624"/>
          </a:xfrm>
          <a:prstGeom prst="roundRect">
            <a:avLst>
              <a:gd name="adj" fmla="val 21739"/>
            </a:avLst>
          </a:prstGeom>
          <a:solidFill>
            <a:srgbClr val="F28C1B"/>
          </a:solidFill>
          <a:ln/>
        </p:spPr>
      </p:sp>
      <p:pic>
        <p:nvPicPr>
          <p:cNvPr id="18" name="Image 2" descr="img/es_ic_22.png">    </p:cNvPr>
          <p:cNvPicPr>
            <a:picLocks noChangeAspect="1"/>
          </p:cNvPicPr>
          <p:nvPr/>
        </p:nvPicPr>
        <p:blipFill>
          <a:blip r:embed="rId3"/>
          <a:stretch>
            <a:fillRect/>
          </a:stretch>
        </p:blipFill>
        <p:spPr>
          <a:xfrm>
            <a:off x="548640" y="2706624"/>
            <a:ext cx="237744" cy="237744"/>
          </a:xfrm>
          <a:prstGeom prst="rect">
            <a:avLst/>
          </a:prstGeom>
        </p:spPr>
      </p:pic>
      <p:sp>
        <p:nvSpPr>
          <p:cNvPr id="19" name="Text 14"/>
          <p:cNvSpPr txBox="1"/>
          <p:nvPr/>
        </p:nvSpPr>
        <p:spPr>
          <a:xfrm>
            <a:off x="1024128" y="2578608"/>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Shared with a </a:t>
            </a:r>
            <a:pPr indent="0" marL="0">
              <a:buNone/>
            </a:pPr>
            <a:r>
              <a:rPr lang="en-US" sz="1500" b="1" dirty="0">
                <a:solidFill>
                  <a:srgbClr val="FFD23F"/>
                </a:solidFill>
                <a:latin typeface="Calibri" pitchFamily="34" charset="0"/>
                <a:ea typeface="Calibri" pitchFamily="34" charset="-122"/>
                <a:cs typeface="Calibri" pitchFamily="34" charset="-120"/>
              </a:rPr>
              <a:t>QR code</a:t>
            </a:r>
            <a:endParaRPr lang="en-US" sz="1500" dirty="0"/>
          </a:p>
        </p:txBody>
      </p:sp>
      <p:sp>
        <p:nvSpPr>
          <p:cNvPr id="20" name="Shape 15"/>
          <p:cNvSpPr/>
          <p:nvPr/>
        </p:nvSpPr>
        <p:spPr>
          <a:xfrm>
            <a:off x="457200" y="3218688"/>
            <a:ext cx="420624" cy="420624"/>
          </a:xfrm>
          <a:prstGeom prst="roundRect">
            <a:avLst>
              <a:gd name="adj" fmla="val 21739"/>
            </a:avLst>
          </a:prstGeom>
          <a:solidFill>
            <a:srgbClr val="6FA80F"/>
          </a:solidFill>
          <a:ln/>
        </p:spPr>
      </p:sp>
      <p:pic>
        <p:nvPicPr>
          <p:cNvPr id="21" name="Image 3" descr="img/es_ic_23.png">    </p:cNvPr>
          <p:cNvPicPr>
            <a:picLocks noChangeAspect="1"/>
          </p:cNvPicPr>
          <p:nvPr/>
        </p:nvPicPr>
        <p:blipFill>
          <a:blip r:embed="rId4"/>
          <a:stretch>
            <a:fillRect/>
          </a:stretch>
        </p:blipFill>
        <p:spPr>
          <a:xfrm>
            <a:off x="548640" y="3310128"/>
            <a:ext cx="237744" cy="237744"/>
          </a:xfrm>
          <a:prstGeom prst="rect">
            <a:avLst/>
          </a:prstGeom>
        </p:spPr>
      </p:pic>
      <p:sp>
        <p:nvSpPr>
          <p:cNvPr id="22" name="Text 16"/>
          <p:cNvSpPr txBox="1"/>
          <p:nvPr/>
        </p:nvSpPr>
        <p:spPr>
          <a:xfrm>
            <a:off x="1024128" y="3182112"/>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Installs and </a:t>
            </a:r>
            <a:pPr indent="0" marL="0">
              <a:buNone/>
            </a:pPr>
            <a:r>
              <a:rPr lang="en-US" sz="1500" b="1" dirty="0">
                <a:solidFill>
                  <a:srgbClr val="FFD23F"/>
                </a:solidFill>
                <a:latin typeface="Calibri" pitchFamily="34" charset="0"/>
                <a:ea typeface="Calibri" pitchFamily="34" charset="-122"/>
                <a:cs typeface="Calibri" pitchFamily="34" charset="-120"/>
              </a:rPr>
              <a:t>works offline</a:t>
            </a:r>
            <a:endParaRPr lang="en-US" sz="1500" dirty="0"/>
          </a:p>
        </p:txBody>
      </p:sp>
      <p:sp>
        <p:nvSpPr>
          <p:cNvPr id="23" name="Shape 17"/>
          <p:cNvSpPr/>
          <p:nvPr/>
        </p:nvSpPr>
        <p:spPr>
          <a:xfrm>
            <a:off x="457200" y="3822192"/>
            <a:ext cx="420624" cy="420624"/>
          </a:xfrm>
          <a:prstGeom prst="roundRect">
            <a:avLst>
              <a:gd name="adj" fmla="val 21739"/>
            </a:avLst>
          </a:prstGeom>
          <a:solidFill>
            <a:srgbClr val="6A4C93"/>
          </a:solidFill>
          <a:ln/>
        </p:spPr>
      </p:sp>
      <p:pic>
        <p:nvPicPr>
          <p:cNvPr id="24" name="Image 4" descr="img/es_ic_24.png">    </p:cNvPr>
          <p:cNvPicPr>
            <a:picLocks noChangeAspect="1"/>
          </p:cNvPicPr>
          <p:nvPr/>
        </p:nvPicPr>
        <p:blipFill>
          <a:blip r:embed="rId5"/>
          <a:stretch>
            <a:fillRect/>
          </a:stretch>
        </p:blipFill>
        <p:spPr>
          <a:xfrm>
            <a:off x="548640" y="3913632"/>
            <a:ext cx="237744" cy="237744"/>
          </a:xfrm>
          <a:prstGeom prst="rect">
            <a:avLst/>
          </a:prstGeom>
        </p:spPr>
      </p:pic>
      <p:sp>
        <p:nvSpPr>
          <p:cNvPr id="25" name="Text 18"/>
          <p:cNvSpPr txBox="1"/>
          <p:nvPr/>
        </p:nvSpPr>
        <p:spPr>
          <a:xfrm>
            <a:off x="1024128" y="3785616"/>
            <a:ext cx="3931920" cy="51206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Progress is saved </a:t>
            </a:r>
            <a:pPr indent="0" marL="0">
              <a:buNone/>
            </a:pPr>
            <a:r>
              <a:rPr lang="en-US" sz="1500" b="1" dirty="0">
                <a:solidFill>
                  <a:srgbClr val="FFD23F"/>
                </a:solidFill>
                <a:latin typeface="Calibri" pitchFamily="34" charset="0"/>
                <a:ea typeface="Calibri" pitchFamily="34" charset="-122"/>
                <a:cs typeface="Calibri" pitchFamily="34" charset="-120"/>
              </a:rPr>
              <a:t>on each device</a:t>
            </a:r>
            <a:endParaRPr lang="en-US" sz="1500" dirty="0"/>
          </a:p>
        </p:txBody>
      </p:sp>
      <p:sp>
        <p:nvSpPr>
          <p:cNvPr id="26" name="Shape 19"/>
          <p:cNvSpPr/>
          <p:nvPr/>
        </p:nvSpPr>
        <p:spPr>
          <a:xfrm rot="-300000">
            <a:off x="5120640" y="914400"/>
            <a:ext cx="1508760" cy="3017520"/>
          </a:xfrm>
          <a:prstGeom prst="roundRect">
            <a:avLst>
              <a:gd name="adj" fmla="val 9697"/>
            </a:avLst>
          </a:prstGeom>
          <a:solidFill>
            <a:srgbClr val="0A0F1C"/>
          </a:solidFill>
          <a:ln w="12700">
            <a:solidFill>
              <a:srgbClr val="2C3752"/>
            </a:solidFill>
            <a:prstDash val="solid"/>
          </a:ln>
          <a:effectLst>
            <a:outerShdw sx="100000" sy="100000" kx="0" ky="0" algn="bl" rotWithShape="0" blurRad="127000" dist="50800" dir="5400000">
              <a:srgbClr val="000000">
                <a:alpha val="45000"/>
              </a:srgbClr>
            </a:outerShdw>
          </a:effectLst>
        </p:spPr>
      </p:sp>
      <p:pic>
        <p:nvPicPr>
          <p:cNvPr id="27" name="Image 5" descr="img/es_compartir.jpg">    </p:cNvPr>
          <p:cNvPicPr>
            <a:picLocks noChangeAspect="1"/>
          </p:cNvPicPr>
          <p:nvPr/>
        </p:nvPicPr>
        <p:blipFill>
          <a:blip r:embed="rId6"/>
          <a:srcRect l="0" r="0" t="0" b="0"/>
          <a:stretch/>
        </p:blipFill>
        <p:spPr>
          <a:xfrm rot="-300000">
            <a:off x="5175504" y="969264"/>
            <a:ext cx="1399032" cy="2907792"/>
          </a:xfrm>
          <a:prstGeom prst="rect">
            <a:avLst/>
          </a:prstGeom>
        </p:spPr>
      </p:pic>
      <p:sp>
        <p:nvSpPr>
          <p:cNvPr id="28" name="Shape 20"/>
          <p:cNvSpPr/>
          <p:nvPr/>
        </p:nvSpPr>
        <p:spPr>
          <a:xfrm>
            <a:off x="274320" y="4901184"/>
            <a:ext cx="529285" cy="128016"/>
          </a:xfrm>
          <a:prstGeom prst="rect">
            <a:avLst/>
          </a:prstGeom>
          <a:solidFill>
            <a:srgbClr val="E63946"/>
          </a:solidFill>
          <a:ln/>
        </p:spPr>
      </p:sp>
      <p:sp>
        <p:nvSpPr>
          <p:cNvPr id="29" name="Shape 21"/>
          <p:cNvSpPr/>
          <p:nvPr/>
        </p:nvSpPr>
        <p:spPr>
          <a:xfrm>
            <a:off x="840181" y="4869180"/>
            <a:ext cx="1052170" cy="160020"/>
          </a:xfrm>
          <a:prstGeom prst="rect">
            <a:avLst/>
          </a:prstGeom>
          <a:solidFill>
            <a:srgbClr val="F28C1B"/>
          </a:solidFill>
          <a:ln/>
        </p:spPr>
      </p:sp>
      <p:sp>
        <p:nvSpPr>
          <p:cNvPr id="30" name="Shape 22"/>
          <p:cNvSpPr/>
          <p:nvPr/>
        </p:nvSpPr>
        <p:spPr>
          <a:xfrm>
            <a:off x="1928927" y="4837176"/>
            <a:ext cx="994867" cy="192024"/>
          </a:xfrm>
          <a:prstGeom prst="rect">
            <a:avLst/>
          </a:prstGeom>
          <a:solidFill>
            <a:srgbClr val="E0A800"/>
          </a:solidFill>
          <a:ln/>
        </p:spPr>
      </p:sp>
      <p:sp>
        <p:nvSpPr>
          <p:cNvPr id="31" name="Shape 23"/>
          <p:cNvSpPr/>
          <p:nvPr/>
        </p:nvSpPr>
        <p:spPr>
          <a:xfrm>
            <a:off x="2960370" y="4805172"/>
            <a:ext cx="1023518" cy="224028"/>
          </a:xfrm>
          <a:prstGeom prst="rect">
            <a:avLst/>
          </a:prstGeom>
          <a:solidFill>
            <a:srgbClr val="6FA80F"/>
          </a:solidFill>
          <a:ln/>
        </p:spPr>
      </p:sp>
      <p:sp>
        <p:nvSpPr>
          <p:cNvPr id="32" name="Shape 24"/>
          <p:cNvSpPr/>
          <p:nvPr/>
        </p:nvSpPr>
        <p:spPr>
          <a:xfrm>
            <a:off x="4020464" y="4773168"/>
            <a:ext cx="1116635" cy="256032"/>
          </a:xfrm>
          <a:prstGeom prst="rect">
            <a:avLst/>
          </a:prstGeom>
          <a:solidFill>
            <a:srgbClr val="2A9D8F"/>
          </a:solidFill>
          <a:ln/>
        </p:spPr>
      </p:sp>
      <p:sp>
        <p:nvSpPr>
          <p:cNvPr id="33" name="Shape 25"/>
          <p:cNvSpPr/>
          <p:nvPr/>
        </p:nvSpPr>
        <p:spPr>
          <a:xfrm>
            <a:off x="5173675" y="4741164"/>
            <a:ext cx="686867" cy="288036"/>
          </a:xfrm>
          <a:prstGeom prst="rect">
            <a:avLst/>
          </a:prstGeom>
          <a:solidFill>
            <a:srgbClr val="00A6ED"/>
          </a:solidFill>
          <a:ln/>
        </p:spPr>
      </p:sp>
      <p:sp>
        <p:nvSpPr>
          <p:cNvPr id="34" name="Shape 26"/>
          <p:cNvSpPr/>
          <p:nvPr/>
        </p:nvSpPr>
        <p:spPr>
          <a:xfrm>
            <a:off x="5897118" y="4709160"/>
            <a:ext cx="1059332" cy="320040"/>
          </a:xfrm>
          <a:prstGeom prst="rect">
            <a:avLst/>
          </a:prstGeom>
          <a:solidFill>
            <a:srgbClr val="1E5BB8"/>
          </a:solidFill>
          <a:ln/>
        </p:spPr>
      </p:sp>
      <p:sp>
        <p:nvSpPr>
          <p:cNvPr id="35" name="Shape 27"/>
          <p:cNvSpPr/>
          <p:nvPr/>
        </p:nvSpPr>
        <p:spPr>
          <a:xfrm>
            <a:off x="6993026" y="4677156"/>
            <a:ext cx="966216" cy="352044"/>
          </a:xfrm>
          <a:prstGeom prst="rect">
            <a:avLst/>
          </a:prstGeom>
          <a:solidFill>
            <a:srgbClr val="6A4C93"/>
          </a:solidFill>
          <a:ln/>
        </p:spPr>
      </p:sp>
      <p:sp>
        <p:nvSpPr>
          <p:cNvPr id="36" name="Shape 28"/>
          <p:cNvSpPr/>
          <p:nvPr/>
        </p:nvSpPr>
        <p:spPr>
          <a:xfrm>
            <a:off x="7995818" y="4645152"/>
            <a:ext cx="572262" cy="384048"/>
          </a:xfrm>
          <a:prstGeom prst="rect">
            <a:avLst/>
          </a:prstGeom>
          <a:solidFill>
            <a:srgbClr val="C0399F"/>
          </a:solidFill>
          <a:ln/>
        </p:spPr>
      </p:sp>
      <p:sp>
        <p:nvSpPr>
          <p:cNvPr id="37" name="Shape 29"/>
          <p:cNvSpPr/>
          <p:nvPr/>
        </p:nvSpPr>
        <p:spPr>
          <a:xfrm>
            <a:off x="8217941" y="4489704"/>
            <a:ext cx="128016" cy="109728"/>
          </a:xfrm>
          <a:prstGeom prst="triangle">
            <a:avLst/>
          </a:prstGeom>
          <a:solidFill>
            <a:srgbClr val="FFD23F"/>
          </a:solidFill>
          <a:ln/>
        </p:spPr>
      </p:sp>
      <p:sp>
        <p:nvSpPr>
          <p:cNvPr id="38" name="Shape 30"/>
          <p:cNvSpPr/>
          <p:nvPr/>
        </p:nvSpPr>
        <p:spPr>
          <a:xfrm>
            <a:off x="8604656" y="4613148"/>
            <a:ext cx="228448" cy="416052"/>
          </a:xfrm>
          <a:prstGeom prst="rect">
            <a:avLst/>
          </a:prstGeom>
          <a:solidFill>
            <a:srgbClr val="2A3F6B"/>
          </a:solidFill>
          <a:ln/>
        </p:spPr>
      </p:sp>
      <p:sp>
        <p:nvSpPr>
          <p:cNvPr id="39" name="Text 31"/>
          <p:cNvSpPr txBox="1"/>
          <p:nvPr/>
        </p:nvSpPr>
        <p:spPr>
          <a:xfrm>
            <a:off x="6583680" y="164592"/>
            <a:ext cx="2286000" cy="274320"/>
          </a:xfrm>
          <a:prstGeom prst="rect">
            <a:avLst/>
          </a:prstGeom>
          <a:noFill/>
          <a:ln/>
        </p:spPr>
        <p:txBody>
          <a:bodyPr wrap="square" lIns="0" tIns="0" rIns="0" bIns="0" rtlCol="0" anchor="ctr"/>
          <a:lstStyle/>
          <a:p>
            <a:pPr algn="r" indent="0" marL="0">
              <a:buNone/>
            </a:pPr>
            <a:r>
              <a:rPr lang="en-US" sz="1100" dirty="0">
                <a:solidFill>
                  <a:srgbClr val="9FB3D9"/>
                </a:solidFill>
                <a:latin typeface="Calibri" pitchFamily="34" charset="0"/>
                <a:ea typeface="Calibri" pitchFamily="34" charset="-122"/>
                <a:cs typeface="Calibri" pitchFamily="34" charset="-120"/>
              </a:rPr>
              <a:t>9 / 10 · In class</a:t>
            </a:r>
            <a:endParaRPr lang="en-US" sz="1100" dirty="0"/>
          </a:p>
        </p:txBody>
      </p:sp>
    </p:spTree>
  </p:cSld>
  <p:clrMapOvr>
    <a:masterClrMapping/>
  </p:clrMapOvr>
  <p:transition spd="med" advClick="1" advTm="8500">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E40"/>
        </a:solidFill>
      </p:bgPr>
    </p:bg>
    <p:spTree>
      <p:nvGrpSpPr>
        <p:cNvPr id="1" name=""/>
        <p:cNvGrpSpPr/>
        <p:nvPr/>
      </p:nvGrpSpPr>
      <p:grpSpPr>
        <a:xfrm>
          <a:off x="0" y="0"/>
          <a:ext cx="0" cy="0"/>
          <a:chOff x="0" y="0"/>
          <a:chExt cx="0" cy="0"/>
        </a:xfrm>
      </p:grpSpPr>
      <p:sp>
        <p:nvSpPr>
          <p:cNvPr id="2" name="Text 0"/>
          <p:cNvSpPr txBox="1"/>
          <p:nvPr/>
        </p:nvSpPr>
        <p:spPr>
          <a:xfrm>
            <a:off x="3136392" y="932688"/>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3" name="Text 1"/>
          <p:cNvSpPr txBox="1"/>
          <p:nvPr/>
        </p:nvSpPr>
        <p:spPr>
          <a:xfrm>
            <a:off x="4023360" y="2130552"/>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4" name="Text 2"/>
          <p:cNvSpPr txBox="1"/>
          <p:nvPr/>
        </p:nvSpPr>
        <p:spPr>
          <a:xfrm>
            <a:off x="4910328" y="3328416"/>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5" name="Text 3"/>
          <p:cNvSpPr txBox="1"/>
          <p:nvPr/>
        </p:nvSpPr>
        <p:spPr>
          <a:xfrm>
            <a:off x="5797296" y="685800"/>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6684264" y="1883664"/>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π</a:t>
            </a:r>
            <a:endParaRPr lang="en-US" sz="3400" dirty="0"/>
          </a:p>
        </p:txBody>
      </p:sp>
      <p:sp>
        <p:nvSpPr>
          <p:cNvPr id="7" name="Text 5"/>
          <p:cNvSpPr txBox="1"/>
          <p:nvPr/>
        </p:nvSpPr>
        <p:spPr>
          <a:xfrm>
            <a:off x="7571232" y="3081528"/>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8" name="Text 6"/>
          <p:cNvSpPr txBox="1"/>
          <p:nvPr/>
        </p:nvSpPr>
        <p:spPr>
          <a:xfrm>
            <a:off x="8458200" y="438912"/>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Σ</a:t>
            </a:r>
            <a:endParaRPr lang="en-US" sz="2600" dirty="0"/>
          </a:p>
        </p:txBody>
      </p:sp>
      <p:sp>
        <p:nvSpPr>
          <p:cNvPr id="9" name="Text 7"/>
          <p:cNvSpPr txBox="1"/>
          <p:nvPr/>
        </p:nvSpPr>
        <p:spPr>
          <a:xfrm>
            <a:off x="749808" y="1636776"/>
            <a:ext cx="548640" cy="548640"/>
          </a:xfrm>
          <a:prstGeom prst="rect">
            <a:avLst/>
          </a:prstGeom>
          <a:noFill/>
          <a:ln/>
        </p:spPr>
        <p:txBody>
          <a:bodyPr wrap="square" lIns="0" tIns="0" rIns="0" bIns="0" rtlCol="0" anchor="ctr"/>
          <a:lstStyle/>
          <a:p>
            <a:pPr indent="0" marL="0">
              <a:buNone/>
            </a:pPr>
            <a:r>
              <a:rPr lang="en-US" sz="3400" b="1" dirty="0">
                <a:solidFill>
                  <a:srgbClr val="3A5A92">
                    <a:alpha val="28000"/>
                  </a:srgbClr>
                </a:solidFill>
                <a:latin typeface="Calibri" pitchFamily="34" charset="0"/>
                <a:ea typeface="Calibri" pitchFamily="34" charset="-122"/>
                <a:cs typeface="Calibri" pitchFamily="34" charset="-120"/>
              </a:rPr>
              <a:t>∞</a:t>
            </a:r>
            <a:endParaRPr lang="en-US" sz="3400" dirty="0"/>
          </a:p>
        </p:txBody>
      </p:sp>
      <p:sp>
        <p:nvSpPr>
          <p:cNvPr id="10" name="Text 8"/>
          <p:cNvSpPr txBox="1"/>
          <p:nvPr/>
        </p:nvSpPr>
        <p:spPr>
          <a:xfrm>
            <a:off x="1636776" y="2834640"/>
            <a:ext cx="548640" cy="548640"/>
          </a:xfrm>
          <a:prstGeom prst="rect">
            <a:avLst/>
          </a:prstGeom>
          <a:noFill/>
          <a:ln/>
        </p:spPr>
        <p:txBody>
          <a:bodyPr wrap="square" lIns="0" tIns="0" rIns="0" bIns="0" rtlCol="0" anchor="ctr"/>
          <a:lstStyle/>
          <a:p>
            <a:pPr indent="0" marL="0">
              <a:buNone/>
            </a:pPr>
            <a:r>
              <a:rPr lang="en-US" sz="4200" b="1" dirty="0">
                <a:solidFill>
                  <a:srgbClr val="3A5A92">
                    <a:alpha val="28000"/>
                  </a:srgbClr>
                </a:solidFill>
                <a:latin typeface="Calibri" pitchFamily="34" charset="0"/>
                <a:ea typeface="Calibri" pitchFamily="34" charset="-122"/>
                <a:cs typeface="Calibri" pitchFamily="34" charset="-120"/>
              </a:rPr>
              <a:t>%</a:t>
            </a:r>
            <a:endParaRPr lang="en-US" sz="4200" dirty="0"/>
          </a:p>
        </p:txBody>
      </p:sp>
      <p:sp>
        <p:nvSpPr>
          <p:cNvPr id="11" name="Text 9"/>
          <p:cNvSpPr txBox="1"/>
          <p:nvPr/>
        </p:nvSpPr>
        <p:spPr>
          <a:xfrm>
            <a:off x="2523744" y="4032504"/>
            <a:ext cx="548640" cy="548640"/>
          </a:xfrm>
          <a:prstGeom prst="rect">
            <a:avLst/>
          </a:prstGeom>
          <a:noFill/>
          <a:ln/>
        </p:spPr>
        <p:txBody>
          <a:bodyPr wrap="square" lIns="0" tIns="0" rIns="0" bIns="0" rtlCol="0" anchor="ctr"/>
          <a:lstStyle/>
          <a:p>
            <a:pPr indent="0" marL="0">
              <a:buNone/>
            </a:pPr>
            <a:r>
              <a:rPr lang="en-US" sz="2600" b="1" dirty="0">
                <a:solidFill>
                  <a:srgbClr val="3A5A92">
                    <a:alpha val="28000"/>
                  </a:srgbClr>
                </a:solidFill>
                <a:latin typeface="Calibri" pitchFamily="34" charset="0"/>
                <a:ea typeface="Calibri" pitchFamily="34" charset="-122"/>
                <a:cs typeface="Calibri" pitchFamily="34" charset="-120"/>
              </a:rPr>
              <a:t>½</a:t>
            </a:r>
            <a:endParaRPr lang="en-US" sz="2600" dirty="0"/>
          </a:p>
        </p:txBody>
      </p:sp>
      <p:pic>
        <p:nvPicPr>
          <p:cNvPr id="12" name="Image 0" descr="img/logo_solaris_oscuro.png">    </p:cNvPr>
          <p:cNvPicPr>
            <a:picLocks noChangeAspect="1"/>
          </p:cNvPicPr>
          <p:nvPr/>
        </p:nvPicPr>
        <p:blipFill>
          <a:blip r:embed="rId1"/>
          <a:stretch>
            <a:fillRect/>
          </a:stretch>
        </p:blipFill>
        <p:spPr>
          <a:xfrm>
            <a:off x="228600" y="109728"/>
            <a:ext cx="566928" cy="566928"/>
          </a:xfrm>
          <a:prstGeom prst="rect">
            <a:avLst/>
          </a:prstGeom>
        </p:spPr>
      </p:pic>
      <p:sp>
        <p:nvSpPr>
          <p:cNvPr id="13" name="Shape 10"/>
          <p:cNvSpPr/>
          <p:nvPr/>
        </p:nvSpPr>
        <p:spPr>
          <a:xfrm>
            <a:off x="822960" y="1965960"/>
            <a:ext cx="292608" cy="274320"/>
          </a:xfrm>
          <a:prstGeom prst="rect">
            <a:avLst/>
          </a:prstGeom>
          <a:solidFill>
            <a:srgbClr val="E63946"/>
          </a:solidFill>
          <a:ln/>
        </p:spPr>
      </p:sp>
      <p:sp>
        <p:nvSpPr>
          <p:cNvPr id="14" name="Shape 11"/>
          <p:cNvSpPr/>
          <p:nvPr/>
        </p:nvSpPr>
        <p:spPr>
          <a:xfrm>
            <a:off x="1188720" y="1810512"/>
            <a:ext cx="292608" cy="429768"/>
          </a:xfrm>
          <a:prstGeom prst="rect">
            <a:avLst/>
          </a:prstGeom>
          <a:solidFill>
            <a:srgbClr val="F28C1B"/>
          </a:solidFill>
          <a:ln/>
        </p:spPr>
      </p:sp>
      <p:sp>
        <p:nvSpPr>
          <p:cNvPr id="15" name="Shape 12"/>
          <p:cNvSpPr/>
          <p:nvPr/>
        </p:nvSpPr>
        <p:spPr>
          <a:xfrm>
            <a:off x="1554480" y="1655064"/>
            <a:ext cx="292608" cy="585216"/>
          </a:xfrm>
          <a:prstGeom prst="rect">
            <a:avLst/>
          </a:prstGeom>
          <a:solidFill>
            <a:srgbClr val="E0A800"/>
          </a:solidFill>
          <a:ln/>
        </p:spPr>
      </p:sp>
      <p:sp>
        <p:nvSpPr>
          <p:cNvPr id="16" name="Shape 13"/>
          <p:cNvSpPr/>
          <p:nvPr/>
        </p:nvSpPr>
        <p:spPr>
          <a:xfrm>
            <a:off x="1920240" y="1499616"/>
            <a:ext cx="292608" cy="740664"/>
          </a:xfrm>
          <a:prstGeom prst="rect">
            <a:avLst/>
          </a:prstGeom>
          <a:solidFill>
            <a:srgbClr val="6FA80F"/>
          </a:solidFill>
          <a:ln/>
        </p:spPr>
      </p:sp>
      <p:sp>
        <p:nvSpPr>
          <p:cNvPr id="17" name="Shape 14"/>
          <p:cNvSpPr/>
          <p:nvPr/>
        </p:nvSpPr>
        <p:spPr>
          <a:xfrm>
            <a:off x="2286000" y="1344168"/>
            <a:ext cx="292608" cy="896112"/>
          </a:xfrm>
          <a:prstGeom prst="rect">
            <a:avLst/>
          </a:prstGeom>
          <a:solidFill>
            <a:srgbClr val="2A9D8F"/>
          </a:solidFill>
          <a:ln/>
        </p:spPr>
      </p:sp>
      <p:sp>
        <p:nvSpPr>
          <p:cNvPr id="18" name="Shape 15"/>
          <p:cNvSpPr/>
          <p:nvPr/>
        </p:nvSpPr>
        <p:spPr>
          <a:xfrm>
            <a:off x="2651760" y="1188720"/>
            <a:ext cx="292608" cy="1051560"/>
          </a:xfrm>
          <a:prstGeom prst="rect">
            <a:avLst/>
          </a:prstGeom>
          <a:solidFill>
            <a:srgbClr val="00A6ED"/>
          </a:solidFill>
          <a:ln/>
        </p:spPr>
      </p:sp>
      <p:sp>
        <p:nvSpPr>
          <p:cNvPr id="19" name="Shape 16"/>
          <p:cNvSpPr/>
          <p:nvPr/>
        </p:nvSpPr>
        <p:spPr>
          <a:xfrm>
            <a:off x="3017520" y="1033272"/>
            <a:ext cx="292608" cy="1207008"/>
          </a:xfrm>
          <a:prstGeom prst="rect">
            <a:avLst/>
          </a:prstGeom>
          <a:solidFill>
            <a:srgbClr val="1E5BB8"/>
          </a:solidFill>
          <a:ln/>
        </p:spPr>
      </p:sp>
      <p:sp>
        <p:nvSpPr>
          <p:cNvPr id="20" name="Shape 17"/>
          <p:cNvSpPr/>
          <p:nvPr/>
        </p:nvSpPr>
        <p:spPr>
          <a:xfrm>
            <a:off x="3383280" y="877824"/>
            <a:ext cx="292608" cy="1362456"/>
          </a:xfrm>
          <a:prstGeom prst="rect">
            <a:avLst/>
          </a:prstGeom>
          <a:solidFill>
            <a:srgbClr val="6A4C93"/>
          </a:solidFill>
          <a:ln/>
        </p:spPr>
      </p:sp>
      <p:sp>
        <p:nvSpPr>
          <p:cNvPr id="21" name="Shape 18"/>
          <p:cNvSpPr/>
          <p:nvPr/>
        </p:nvSpPr>
        <p:spPr>
          <a:xfrm>
            <a:off x="3749040" y="722376"/>
            <a:ext cx="292608" cy="1517904"/>
          </a:xfrm>
          <a:prstGeom prst="rect">
            <a:avLst/>
          </a:prstGeom>
          <a:solidFill>
            <a:srgbClr val="C0399F"/>
          </a:solidFill>
          <a:ln/>
        </p:spPr>
      </p:sp>
      <p:sp>
        <p:nvSpPr>
          <p:cNvPr id="22" name="Shape 19"/>
          <p:cNvSpPr/>
          <p:nvPr/>
        </p:nvSpPr>
        <p:spPr>
          <a:xfrm>
            <a:off x="4114800" y="566928"/>
            <a:ext cx="292608" cy="1673352"/>
          </a:xfrm>
          <a:prstGeom prst="rect">
            <a:avLst/>
          </a:prstGeom>
          <a:solidFill>
            <a:srgbClr val="FF6F59"/>
          </a:solidFill>
          <a:ln/>
        </p:spPr>
      </p:sp>
      <p:sp>
        <p:nvSpPr>
          <p:cNvPr id="23" name="Text 20"/>
          <p:cNvSpPr txBox="1"/>
          <p:nvPr/>
        </p:nvSpPr>
        <p:spPr>
          <a:xfrm>
            <a:off x="457200" y="2331720"/>
            <a:ext cx="4754880" cy="13716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Math that</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takes off</a:t>
            </a:r>
            <a:endParaRPr lang="en-US" sz="4000" dirty="0"/>
          </a:p>
        </p:txBody>
      </p:sp>
      <p:sp>
        <p:nvSpPr>
          <p:cNvPr id="24" name="Text 21"/>
          <p:cNvSpPr txBox="1"/>
          <p:nvPr/>
        </p:nvSpPr>
        <p:spPr>
          <a:xfrm>
            <a:off x="457200" y="3749040"/>
            <a:ext cx="4754880" cy="365760"/>
          </a:xfrm>
          <a:prstGeom prst="rect">
            <a:avLst/>
          </a:prstGeom>
          <a:noFill/>
          <a:ln/>
        </p:spPr>
        <p:txBody>
          <a:bodyPr wrap="square" lIns="0" tIns="0" rIns="0" bIns="0" rtlCol="0" anchor="ctr"/>
          <a:lstStyle/>
          <a:p>
            <a:pPr indent="0" marL="0">
              <a:buNone/>
            </a:pPr>
            <a:r>
              <a:rPr lang="en-US" sz="1700" dirty="0">
                <a:solidFill>
                  <a:srgbClr val="C9D6FF"/>
                </a:solidFill>
                <a:latin typeface="Calibri" pitchFamily="34" charset="0"/>
                <a:ea typeface="Calibri" pitchFamily="34" charset="-122"/>
                <a:cs typeface="Calibri" pitchFamily="34" charset="-120"/>
              </a:rPr>
              <a:t>Scan the QR code and start today</a:t>
            </a:r>
            <a:endParaRPr lang="en-US" sz="1700" dirty="0"/>
          </a:p>
        </p:txBody>
      </p:sp>
      <p:sp>
        <p:nvSpPr>
          <p:cNvPr id="25" name="Shape 22"/>
          <p:cNvSpPr/>
          <p:nvPr/>
        </p:nvSpPr>
        <p:spPr>
          <a:xfrm>
            <a:off x="5760720" y="777240"/>
            <a:ext cx="2834640" cy="3429000"/>
          </a:xfrm>
          <a:prstGeom prst="roundRect">
            <a:avLst>
              <a:gd name="adj" fmla="val 6452"/>
            </a:avLst>
          </a:prstGeom>
          <a:solidFill>
            <a:srgbClr val="FFFFFF"/>
          </a:solidFill>
          <a:ln/>
          <a:effectLst>
            <a:outerShdw sx="100000" sy="100000" kx="0" ky="0" algn="bl" rotWithShape="0" blurRad="127000" dist="50800" dir="5400000">
              <a:srgbClr val="000000">
                <a:alpha val="45000"/>
              </a:srgbClr>
            </a:outerShdw>
          </a:effectLst>
        </p:spPr>
      </p:sp>
      <p:pic>
        <p:nvPicPr>
          <p:cNvPr id="26" name="Image 1" descr="img/qr_app_sq.png">    </p:cNvPr>
          <p:cNvPicPr>
            <a:picLocks noChangeAspect="1"/>
          </p:cNvPicPr>
          <p:nvPr/>
        </p:nvPicPr>
        <p:blipFill>
          <a:blip r:embed="rId2"/>
          <a:stretch>
            <a:fillRect/>
          </a:stretch>
        </p:blipFill>
        <p:spPr>
          <a:xfrm>
            <a:off x="5943600" y="914400"/>
            <a:ext cx="2468880" cy="2468880"/>
          </a:xfrm>
          <a:prstGeom prst="rect">
            <a:avLst/>
          </a:prstGeom>
        </p:spPr>
      </p:pic>
      <p:sp>
        <p:nvSpPr>
          <p:cNvPr id="27" name="Text 23"/>
          <p:cNvSpPr txBox="1"/>
          <p:nvPr/>
        </p:nvSpPr>
        <p:spPr>
          <a:xfrm>
            <a:off x="5760720" y="3401568"/>
            <a:ext cx="2834640" cy="365760"/>
          </a:xfrm>
          <a:prstGeom prst="rect">
            <a:avLst/>
          </a:prstGeom>
          <a:noFill/>
          <a:ln/>
        </p:spPr>
        <p:txBody>
          <a:bodyPr wrap="square" lIns="0" tIns="0" rIns="0" bIns="0" rtlCol="0" anchor="ctr"/>
          <a:lstStyle/>
          <a:p>
            <a:pPr algn="ctr" indent="0" marL="0">
              <a:buNone/>
            </a:pPr>
            <a:r>
              <a:rPr lang="en-US" sz="2000" b="1" dirty="0">
                <a:solidFill>
                  <a:srgbClr val="0E1E40"/>
                </a:solidFill>
                <a:latin typeface="Calibri" pitchFamily="34" charset="0"/>
                <a:ea typeface="Calibri" pitchFamily="34" charset="-122"/>
                <a:cs typeface="Calibri" pitchFamily="34" charset="-120"/>
              </a:rPr>
              <a:t>Solaris Math</a:t>
            </a:r>
            <a:endParaRPr lang="en-US" sz="2000" dirty="0"/>
          </a:p>
        </p:txBody>
      </p:sp>
      <p:sp>
        <p:nvSpPr>
          <p:cNvPr id="28" name="Text 24"/>
          <p:cNvSpPr txBox="1"/>
          <p:nvPr/>
        </p:nvSpPr>
        <p:spPr>
          <a:xfrm>
            <a:off x="5760720" y="3749040"/>
            <a:ext cx="2834640" cy="274320"/>
          </a:xfrm>
          <a:prstGeom prst="rect">
            <a:avLst/>
          </a:prstGeom>
          <a:noFill/>
          <a:ln/>
        </p:spPr>
        <p:txBody>
          <a:bodyPr wrap="square" lIns="0" tIns="0" rIns="0" bIns="0" rtlCol="0" anchor="ctr"/>
          <a:lstStyle/>
          <a:p>
            <a:pPr algn="ctr" indent="0" marL="0">
              <a:buNone/>
            </a:pPr>
            <a:r>
              <a:rPr lang="en-US" sz="1100" dirty="0">
                <a:solidFill>
                  <a:srgbClr val="5B6780"/>
                </a:solidFill>
                <a:latin typeface="Calibri" pitchFamily="34" charset="0"/>
                <a:ea typeface="Calibri" pitchFamily="34" charset="-122"/>
                <a:cs typeface="Calibri" pitchFamily="34" charset="-120"/>
              </a:rPr>
              <a:t>ttonguinon.github.io/solaris-math</a:t>
            </a:r>
            <a:endParaRPr lang="en-US" sz="1100" dirty="0"/>
          </a:p>
        </p:txBody>
      </p:sp>
      <p:sp>
        <p:nvSpPr>
          <p:cNvPr id="29" name="Shape 25"/>
          <p:cNvSpPr/>
          <p:nvPr/>
        </p:nvSpPr>
        <p:spPr>
          <a:xfrm>
            <a:off x="274320" y="4901184"/>
            <a:ext cx="529285" cy="128016"/>
          </a:xfrm>
          <a:prstGeom prst="rect">
            <a:avLst/>
          </a:prstGeom>
          <a:solidFill>
            <a:srgbClr val="E63946"/>
          </a:solidFill>
          <a:ln/>
        </p:spPr>
      </p:sp>
      <p:sp>
        <p:nvSpPr>
          <p:cNvPr id="30" name="Shape 26"/>
          <p:cNvSpPr/>
          <p:nvPr/>
        </p:nvSpPr>
        <p:spPr>
          <a:xfrm>
            <a:off x="840181" y="4869180"/>
            <a:ext cx="1052170" cy="160020"/>
          </a:xfrm>
          <a:prstGeom prst="rect">
            <a:avLst/>
          </a:prstGeom>
          <a:solidFill>
            <a:srgbClr val="F28C1B"/>
          </a:solidFill>
          <a:ln/>
        </p:spPr>
      </p:sp>
      <p:sp>
        <p:nvSpPr>
          <p:cNvPr id="31" name="Shape 27"/>
          <p:cNvSpPr/>
          <p:nvPr/>
        </p:nvSpPr>
        <p:spPr>
          <a:xfrm>
            <a:off x="1928927" y="4837176"/>
            <a:ext cx="994867" cy="192024"/>
          </a:xfrm>
          <a:prstGeom prst="rect">
            <a:avLst/>
          </a:prstGeom>
          <a:solidFill>
            <a:srgbClr val="E0A800"/>
          </a:solidFill>
          <a:ln/>
        </p:spPr>
      </p:sp>
      <p:sp>
        <p:nvSpPr>
          <p:cNvPr id="32" name="Shape 28"/>
          <p:cNvSpPr/>
          <p:nvPr/>
        </p:nvSpPr>
        <p:spPr>
          <a:xfrm>
            <a:off x="2960370" y="4805172"/>
            <a:ext cx="1023518" cy="224028"/>
          </a:xfrm>
          <a:prstGeom prst="rect">
            <a:avLst/>
          </a:prstGeom>
          <a:solidFill>
            <a:srgbClr val="6FA80F"/>
          </a:solidFill>
          <a:ln/>
        </p:spPr>
      </p:sp>
      <p:sp>
        <p:nvSpPr>
          <p:cNvPr id="33" name="Shape 29"/>
          <p:cNvSpPr/>
          <p:nvPr/>
        </p:nvSpPr>
        <p:spPr>
          <a:xfrm>
            <a:off x="4020464" y="4773168"/>
            <a:ext cx="1116635" cy="256032"/>
          </a:xfrm>
          <a:prstGeom prst="rect">
            <a:avLst/>
          </a:prstGeom>
          <a:solidFill>
            <a:srgbClr val="2A9D8F"/>
          </a:solidFill>
          <a:ln/>
        </p:spPr>
      </p:sp>
      <p:sp>
        <p:nvSpPr>
          <p:cNvPr id="34" name="Shape 30"/>
          <p:cNvSpPr/>
          <p:nvPr/>
        </p:nvSpPr>
        <p:spPr>
          <a:xfrm>
            <a:off x="5173675" y="4741164"/>
            <a:ext cx="686867" cy="288036"/>
          </a:xfrm>
          <a:prstGeom prst="rect">
            <a:avLst/>
          </a:prstGeom>
          <a:solidFill>
            <a:srgbClr val="00A6ED"/>
          </a:solidFill>
          <a:ln/>
        </p:spPr>
      </p:sp>
      <p:sp>
        <p:nvSpPr>
          <p:cNvPr id="35" name="Shape 31"/>
          <p:cNvSpPr/>
          <p:nvPr/>
        </p:nvSpPr>
        <p:spPr>
          <a:xfrm>
            <a:off x="5897118" y="4709160"/>
            <a:ext cx="1059332" cy="320040"/>
          </a:xfrm>
          <a:prstGeom prst="rect">
            <a:avLst/>
          </a:prstGeom>
          <a:solidFill>
            <a:srgbClr val="1E5BB8"/>
          </a:solidFill>
          <a:ln/>
        </p:spPr>
      </p:sp>
      <p:sp>
        <p:nvSpPr>
          <p:cNvPr id="36" name="Shape 32"/>
          <p:cNvSpPr/>
          <p:nvPr/>
        </p:nvSpPr>
        <p:spPr>
          <a:xfrm>
            <a:off x="6993026" y="4677156"/>
            <a:ext cx="966216" cy="352044"/>
          </a:xfrm>
          <a:prstGeom prst="rect">
            <a:avLst/>
          </a:prstGeom>
          <a:solidFill>
            <a:srgbClr val="6A4C93"/>
          </a:solidFill>
          <a:ln/>
        </p:spPr>
      </p:sp>
      <p:sp>
        <p:nvSpPr>
          <p:cNvPr id="37" name="Shape 33"/>
          <p:cNvSpPr/>
          <p:nvPr/>
        </p:nvSpPr>
        <p:spPr>
          <a:xfrm>
            <a:off x="7995818" y="4645152"/>
            <a:ext cx="572262" cy="384048"/>
          </a:xfrm>
          <a:prstGeom prst="rect">
            <a:avLst/>
          </a:prstGeom>
          <a:solidFill>
            <a:srgbClr val="C0399F"/>
          </a:solidFill>
          <a:ln/>
        </p:spPr>
      </p:sp>
      <p:sp>
        <p:nvSpPr>
          <p:cNvPr id="38" name="Shape 34"/>
          <p:cNvSpPr/>
          <p:nvPr/>
        </p:nvSpPr>
        <p:spPr>
          <a:xfrm>
            <a:off x="8604656" y="4613148"/>
            <a:ext cx="228448" cy="416052"/>
          </a:xfrm>
          <a:prstGeom prst="rect">
            <a:avLst/>
          </a:prstGeom>
          <a:solidFill>
            <a:srgbClr val="FF6F59"/>
          </a:solidFill>
          <a:ln/>
        </p:spPr>
      </p:sp>
      <p:sp>
        <p:nvSpPr>
          <p:cNvPr id="39" name="Shape 35"/>
          <p:cNvSpPr/>
          <p:nvPr/>
        </p:nvSpPr>
        <p:spPr>
          <a:xfrm>
            <a:off x="8654872" y="4457700"/>
            <a:ext cx="128016" cy="109728"/>
          </a:xfrm>
          <a:prstGeom prst="triangle">
            <a:avLst/>
          </a:prstGeom>
          <a:solidFill>
            <a:srgbClr val="FFD23F"/>
          </a:solidFill>
          <a:ln/>
        </p:spPr>
      </p:sp>
      <p:sp>
        <p:nvSpPr>
          <p:cNvPr id="40" name="Text 36"/>
          <p:cNvSpPr txBox="1"/>
          <p:nvPr/>
        </p:nvSpPr>
        <p:spPr>
          <a:xfrm>
            <a:off x="6583680" y="164592"/>
            <a:ext cx="2286000" cy="274320"/>
          </a:xfrm>
          <a:prstGeom prst="rect">
            <a:avLst/>
          </a:prstGeom>
          <a:noFill/>
          <a:ln/>
        </p:spPr>
        <p:txBody>
          <a:bodyPr wrap="square" lIns="0" tIns="0" rIns="0" bIns="0" rtlCol="0" anchor="ctr"/>
          <a:lstStyle/>
          <a:p>
            <a:pPr algn="r" indent="0" marL="0">
              <a:buNone/>
            </a:pPr>
            <a:r>
              <a:rPr lang="en-US" sz="1100" dirty="0">
                <a:solidFill>
                  <a:srgbClr val="9FB3D9"/>
                </a:solidFill>
                <a:latin typeface="Calibri" pitchFamily="34" charset="0"/>
                <a:ea typeface="Calibri" pitchFamily="34" charset="-122"/>
                <a:cs typeface="Calibri" pitchFamily="34" charset="-120"/>
              </a:rPr>
              <a:t>10 / 10 · Let’s begin</a:t>
            </a:r>
            <a:endParaRPr lang="en-US" sz="1100" dirty="0"/>
          </a:p>
        </p:txBody>
      </p:sp>
    </p:spTree>
  </p:cSld>
  <p:clrMapOvr>
    <a:masterClrMapping/>
  </p:clrMapOvr>
  <p:transition spd="med" advClick="1" advTm="37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Solaris Math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Solaris Math · Presentation</dc:title>
  <dc:subject>PptxGenJS Presentation</dc:subject>
  <dc:creator>PptxGenJS</dc:creator>
  <cp:lastModifiedBy>PptxGenJS</cp:lastModifiedBy>
  <cp:revision>1</cp:revision>
  <dcterms:created xsi:type="dcterms:W3CDTF">2026-09-17T00:57:22Z</dcterms:created>
  <dcterms:modified xsi:type="dcterms:W3CDTF">2026-09-17T00:57:22Z</dcterms:modified>
</cp:coreProperties>
</file>